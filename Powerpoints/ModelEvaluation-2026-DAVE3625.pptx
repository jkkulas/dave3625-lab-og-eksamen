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 id="2147483695" r:id="rId6"/>
  </p:sldMasterIdLst>
  <p:notesMasterIdLst>
    <p:notesMasterId r:id="rId55"/>
  </p:notesMasterIdLst>
  <p:sldIdLst>
    <p:sldId id="256" r:id="rId7"/>
    <p:sldId id="2147483623" r:id="rId8"/>
    <p:sldId id="2147483626" r:id="rId9"/>
    <p:sldId id="2147483627" r:id="rId10"/>
    <p:sldId id="2147483625" r:id="rId11"/>
    <p:sldId id="257" r:id="rId12"/>
    <p:sldId id="298" r:id="rId13"/>
    <p:sldId id="299" r:id="rId14"/>
    <p:sldId id="260" r:id="rId15"/>
    <p:sldId id="261" r:id="rId16"/>
    <p:sldId id="300" r:id="rId17"/>
    <p:sldId id="262" r:id="rId18"/>
    <p:sldId id="263" r:id="rId19"/>
    <p:sldId id="301" r:id="rId20"/>
    <p:sldId id="302" r:id="rId21"/>
    <p:sldId id="303" r:id="rId22"/>
    <p:sldId id="304" r:id="rId23"/>
    <p:sldId id="264" r:id="rId24"/>
    <p:sldId id="265" r:id="rId25"/>
    <p:sldId id="266" r:id="rId26"/>
    <p:sldId id="268" r:id="rId27"/>
    <p:sldId id="312" r:id="rId28"/>
    <p:sldId id="267" r:id="rId29"/>
    <p:sldId id="313" r:id="rId30"/>
    <p:sldId id="307" r:id="rId31"/>
    <p:sldId id="310" r:id="rId32"/>
    <p:sldId id="308" r:id="rId33"/>
    <p:sldId id="309" r:id="rId34"/>
    <p:sldId id="271" r:id="rId35"/>
    <p:sldId id="311" r:id="rId36"/>
    <p:sldId id="272" r:id="rId37"/>
    <p:sldId id="273" r:id="rId38"/>
    <p:sldId id="274" r:id="rId39"/>
    <p:sldId id="275" r:id="rId40"/>
    <p:sldId id="276" r:id="rId41"/>
    <p:sldId id="277" r:id="rId42"/>
    <p:sldId id="278" r:id="rId43"/>
    <p:sldId id="279" r:id="rId44"/>
    <p:sldId id="280" r:id="rId45"/>
    <p:sldId id="281" r:id="rId46"/>
    <p:sldId id="282" r:id="rId47"/>
    <p:sldId id="283" r:id="rId48"/>
    <p:sldId id="284" r:id="rId49"/>
    <p:sldId id="285" r:id="rId50"/>
    <p:sldId id="286" r:id="rId51"/>
    <p:sldId id="287" r:id="rId52"/>
    <p:sldId id="288" r:id="rId53"/>
    <p:sldId id="289" r:id="rId54"/>
  </p:sldIdLst>
  <p:sldSz cx="17345025" cy="9752013"/>
  <p:notesSz cx="6858000" cy="1866900"/>
  <p:defaultTextStyle>
    <a:defPPr>
      <a:defRPr lang="nb-NO"/>
    </a:defPPr>
    <a:lvl1pPr marL="0" algn="l" defTabSz="1300643" rtl="0" eaLnBrk="1" latinLnBrk="0" hangingPunct="1">
      <a:defRPr sz="2560" kern="1200">
        <a:solidFill>
          <a:schemeClr val="tx1"/>
        </a:solidFill>
        <a:latin typeface="+mn-lt"/>
        <a:ea typeface="+mn-ea"/>
        <a:cs typeface="+mn-cs"/>
      </a:defRPr>
    </a:lvl1pPr>
    <a:lvl2pPr marL="650321" algn="l" defTabSz="1300643" rtl="0" eaLnBrk="1" latinLnBrk="0" hangingPunct="1">
      <a:defRPr sz="2560" kern="1200">
        <a:solidFill>
          <a:schemeClr val="tx1"/>
        </a:solidFill>
        <a:latin typeface="+mn-lt"/>
        <a:ea typeface="+mn-ea"/>
        <a:cs typeface="+mn-cs"/>
      </a:defRPr>
    </a:lvl2pPr>
    <a:lvl3pPr marL="1300643" algn="l" defTabSz="1300643" rtl="0" eaLnBrk="1" latinLnBrk="0" hangingPunct="1">
      <a:defRPr sz="2560" kern="1200">
        <a:solidFill>
          <a:schemeClr val="tx1"/>
        </a:solidFill>
        <a:latin typeface="+mn-lt"/>
        <a:ea typeface="+mn-ea"/>
        <a:cs typeface="+mn-cs"/>
      </a:defRPr>
    </a:lvl3pPr>
    <a:lvl4pPr marL="1950964" algn="l" defTabSz="1300643" rtl="0" eaLnBrk="1" latinLnBrk="0" hangingPunct="1">
      <a:defRPr sz="2560" kern="1200">
        <a:solidFill>
          <a:schemeClr val="tx1"/>
        </a:solidFill>
        <a:latin typeface="+mn-lt"/>
        <a:ea typeface="+mn-ea"/>
        <a:cs typeface="+mn-cs"/>
      </a:defRPr>
    </a:lvl4pPr>
    <a:lvl5pPr marL="2601285" algn="l" defTabSz="1300643" rtl="0" eaLnBrk="1" latinLnBrk="0" hangingPunct="1">
      <a:defRPr sz="2560" kern="1200">
        <a:solidFill>
          <a:schemeClr val="tx1"/>
        </a:solidFill>
        <a:latin typeface="+mn-lt"/>
        <a:ea typeface="+mn-ea"/>
        <a:cs typeface="+mn-cs"/>
      </a:defRPr>
    </a:lvl5pPr>
    <a:lvl6pPr marL="3251606" algn="l" defTabSz="1300643" rtl="0" eaLnBrk="1" latinLnBrk="0" hangingPunct="1">
      <a:defRPr sz="2560" kern="1200">
        <a:solidFill>
          <a:schemeClr val="tx1"/>
        </a:solidFill>
        <a:latin typeface="+mn-lt"/>
        <a:ea typeface="+mn-ea"/>
        <a:cs typeface="+mn-cs"/>
      </a:defRPr>
    </a:lvl6pPr>
    <a:lvl7pPr marL="3901928" algn="l" defTabSz="1300643" rtl="0" eaLnBrk="1" latinLnBrk="0" hangingPunct="1">
      <a:defRPr sz="2560" kern="1200">
        <a:solidFill>
          <a:schemeClr val="tx1"/>
        </a:solidFill>
        <a:latin typeface="+mn-lt"/>
        <a:ea typeface="+mn-ea"/>
        <a:cs typeface="+mn-cs"/>
      </a:defRPr>
    </a:lvl7pPr>
    <a:lvl8pPr marL="4552249" algn="l" defTabSz="1300643" rtl="0" eaLnBrk="1" latinLnBrk="0" hangingPunct="1">
      <a:defRPr sz="2560" kern="1200">
        <a:solidFill>
          <a:schemeClr val="tx1"/>
        </a:solidFill>
        <a:latin typeface="+mn-lt"/>
        <a:ea typeface="+mn-ea"/>
        <a:cs typeface="+mn-cs"/>
      </a:defRPr>
    </a:lvl8pPr>
    <a:lvl9pPr marL="5202570" algn="l" defTabSz="1300643" rtl="0" eaLnBrk="1" latinLnBrk="0" hangingPunct="1">
      <a:defRPr sz="25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0DDD49-8066-4352-B6B5-FC1A8E5854EA}">
  <a:tblStyle styleId="{5F0DDD49-8066-4352-B6B5-FC1A8E5854EA}" styleName="Oslo Met tabellstil">
    <a:wholeTbl>
      <a:tcTxStyle>
        <a:fontRef idx="minor">
          <a:prstClr val="black"/>
        </a:fontRef>
        <a:schemeClr val="dk1"/>
      </a:tcTxStyle>
      <a:tcStyle>
        <a:tcBdr>
          <a:left>
            <a:ln w="0" cmpd="sng">
              <a:solidFill>
                <a:schemeClr val="lt1"/>
              </a:solidFill>
            </a:ln>
          </a:left>
          <a:right>
            <a:ln w="0" cmpd="sng">
              <a:solidFill>
                <a:schemeClr val="lt1"/>
              </a:solidFill>
            </a:ln>
          </a:right>
          <a:top>
            <a:ln w="6350" cmpd="sng">
              <a:solidFill>
                <a:srgbClr val="D7D7D7"/>
              </a:solidFill>
            </a:ln>
          </a:top>
          <a:bottom>
            <a:ln w="6350" cmpd="sng">
              <a:solidFill>
                <a:srgbClr val="D7D7D7"/>
              </a:solidFill>
            </a:ln>
          </a:bottom>
          <a:insideH>
            <a:ln w="6350" cmpd="sng">
              <a:solidFill>
                <a:srgbClr val="D7D7D7"/>
              </a:solidFill>
            </a:ln>
          </a:insideH>
          <a:insideV>
            <a:ln w="0" cmpd="sng">
              <a:solidFill>
                <a:schemeClr val="lt1"/>
              </a:solidFill>
            </a:ln>
          </a:insideV>
        </a:tcBdr>
        <a:fill>
          <a:solidFill>
            <a:schemeClr val="lt1"/>
          </a:solidFill>
        </a:fill>
      </a:tcStyle>
    </a:wholeTbl>
    <a:band1H>
      <a:tcStyle>
        <a:tcBdr/>
      </a:tcStyle>
    </a:band1H>
    <a:band2H>
      <a:tcStyle>
        <a:tcBdr/>
      </a:tcStyle>
    </a:band2H>
    <a:band1V>
      <a:tcStyle>
        <a:tcBdr/>
      </a:tcStyle>
    </a:band1V>
    <a:band2V>
      <a:tcStyle>
        <a:tcBdr/>
      </a:tcStyle>
    </a:band2V>
    <a:lastCol>
      <a:tcTxStyle b="on">
        <a:fontRef idx="minor">
          <a:prstClr val="black"/>
        </a:fontRef>
        <a:schemeClr val="dk1"/>
      </a:tcTxStyle>
      <a:tcStyle>
        <a:tcBdr/>
        <a:fill>
          <a:solidFill>
            <a:schemeClr val="lt1"/>
          </a:solidFill>
        </a:fill>
      </a:tcStyle>
    </a:lastCol>
    <a:firstCol>
      <a:tcTxStyle b="on">
        <a:fontRef idx="minor">
          <a:prstClr val="black"/>
        </a:fontRef>
        <a:schemeClr val="dk1"/>
      </a:tcTxStyle>
      <a:tcStyle>
        <a:tcBdr/>
        <a:fill>
          <a:solidFill>
            <a:schemeClr val="lt1"/>
          </a:solidFill>
        </a:fill>
      </a:tcStyle>
    </a:firstCol>
    <a:lastRow>
      <a:tcTxStyle b="on">
        <a:fontRef idx="minor">
          <a:prstClr val="black"/>
        </a:fontRef>
        <a:schemeClr val="dk1"/>
      </a:tcTxStyle>
      <a:tcStyle>
        <a:tcBdr>
          <a:top>
            <a:ln w="19050" cmpd="sng">
              <a:solidFill>
                <a:schemeClr val="accent1"/>
              </a:solidFill>
            </a:ln>
          </a:top>
          <a:bottom>
            <a:ln w="19050" cmpd="sng">
              <a:solidFill>
                <a:schemeClr val="accent1"/>
              </a:solidFill>
            </a:ln>
          </a:bottom>
        </a:tcBdr>
        <a:fill>
          <a:noFill/>
        </a:fill>
      </a:tcStyle>
    </a:lastRow>
    <a:firstRow>
      <a:tcTxStyle b="on">
        <a:fontRef idx="minor">
          <a:prstClr val="black"/>
        </a:fontRef>
        <a:schemeClr val="dk1"/>
      </a:tcTxStyle>
      <a:tcStyle>
        <a:tcBdr>
          <a:bottom>
            <a:ln w="19050" cmpd="sng">
              <a:solidFill>
                <a:schemeClr val="accent1"/>
              </a:solidFill>
            </a:ln>
          </a:bottom>
        </a:tcBdr>
        <a:fill>
          <a:noFill/>
        </a:fill>
      </a:tcStyle>
    </a:firstRow>
  </a:tblStyle>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ys stil 1 – utheving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ys stil 2 – utheving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74" autoAdjust="0"/>
    <p:restoredTop sz="67082" autoAdjust="0"/>
  </p:normalViewPr>
  <p:slideViewPr>
    <p:cSldViewPr snapToGrid="0">
      <p:cViewPr varScale="1">
        <p:scale>
          <a:sx n="57" d="100"/>
          <a:sy n="57" d="100"/>
        </p:scale>
        <p:origin x="2424" y="192"/>
      </p:cViewPr>
      <p:guideLst/>
    </p:cSldViewPr>
  </p:slideViewPr>
  <p:outlineViewPr>
    <p:cViewPr>
      <p:scale>
        <a:sx n="33" d="100"/>
        <a:sy n="33" d="100"/>
      </p:scale>
      <p:origin x="0" y="-422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notesMaster" Target="notesMasters/notesMaster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viewProps" Target="view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B7B040-7AAC-4A31-805D-A772300221D6}" type="datetimeFigureOut">
              <a:rPr lang="en-US" smtClean="0"/>
              <a:t>10/6/26</a:t>
            </a:fld>
            <a:endParaRPr lang="en-US"/>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C6333F-E368-4746-A020-FE91A90E005B}" type="slidenum">
              <a:rPr lang="en-US" smtClean="0"/>
              <a:t>‹#›</a:t>
            </a:fld>
            <a:endParaRPr lang="en-US"/>
          </a:p>
        </p:txBody>
      </p:sp>
    </p:spTree>
    <p:extLst>
      <p:ext uri="{BB962C8B-B14F-4D97-AF65-F5344CB8AC3E}">
        <p14:creationId xmlns:p14="http://schemas.microsoft.com/office/powerpoint/2010/main" val="1894998186"/>
      </p:ext>
    </p:extLst>
  </p:cSld>
  <p:clrMap bg1="lt1" tx1="dk1" bg2="lt2" tx2="dk2" accent1="accent1" accent2="accent2" accent3="accent3" accent4="accent4" accent5="accent5" accent6="accent6" hlink="hlink" folHlink="folHlink"/>
  <p:notesStyle>
    <a:lvl1pPr marL="0" algn="l" defTabSz="1300643" rtl="0" eaLnBrk="1" latinLnBrk="0" hangingPunct="1">
      <a:defRPr sz="1707" kern="1200">
        <a:solidFill>
          <a:schemeClr val="tx1"/>
        </a:solidFill>
        <a:latin typeface="+mn-lt"/>
        <a:ea typeface="+mn-ea"/>
        <a:cs typeface="+mn-cs"/>
      </a:defRPr>
    </a:lvl1pPr>
    <a:lvl2pPr marL="650321" algn="l" defTabSz="1300643" rtl="0" eaLnBrk="1" latinLnBrk="0" hangingPunct="1">
      <a:defRPr sz="1707" kern="1200">
        <a:solidFill>
          <a:schemeClr val="tx1"/>
        </a:solidFill>
        <a:latin typeface="+mn-lt"/>
        <a:ea typeface="+mn-ea"/>
        <a:cs typeface="+mn-cs"/>
      </a:defRPr>
    </a:lvl2pPr>
    <a:lvl3pPr marL="1300643" algn="l" defTabSz="1300643" rtl="0" eaLnBrk="1" latinLnBrk="0" hangingPunct="1">
      <a:defRPr sz="1707" kern="1200">
        <a:solidFill>
          <a:schemeClr val="tx1"/>
        </a:solidFill>
        <a:latin typeface="+mn-lt"/>
        <a:ea typeface="+mn-ea"/>
        <a:cs typeface="+mn-cs"/>
      </a:defRPr>
    </a:lvl3pPr>
    <a:lvl4pPr marL="1950964" algn="l" defTabSz="1300643" rtl="0" eaLnBrk="1" latinLnBrk="0" hangingPunct="1">
      <a:defRPr sz="1707" kern="1200">
        <a:solidFill>
          <a:schemeClr val="tx1"/>
        </a:solidFill>
        <a:latin typeface="+mn-lt"/>
        <a:ea typeface="+mn-ea"/>
        <a:cs typeface="+mn-cs"/>
      </a:defRPr>
    </a:lvl4pPr>
    <a:lvl5pPr marL="2601285" algn="l" defTabSz="1300643" rtl="0" eaLnBrk="1" latinLnBrk="0" hangingPunct="1">
      <a:defRPr sz="1707" kern="1200">
        <a:solidFill>
          <a:schemeClr val="tx1"/>
        </a:solidFill>
        <a:latin typeface="+mn-lt"/>
        <a:ea typeface="+mn-ea"/>
        <a:cs typeface="+mn-cs"/>
      </a:defRPr>
    </a:lvl5pPr>
    <a:lvl6pPr marL="3251606" algn="l" defTabSz="1300643" rtl="0" eaLnBrk="1" latinLnBrk="0" hangingPunct="1">
      <a:defRPr sz="1707" kern="1200">
        <a:solidFill>
          <a:schemeClr val="tx1"/>
        </a:solidFill>
        <a:latin typeface="+mn-lt"/>
        <a:ea typeface="+mn-ea"/>
        <a:cs typeface="+mn-cs"/>
      </a:defRPr>
    </a:lvl6pPr>
    <a:lvl7pPr marL="3901928" algn="l" defTabSz="1300643" rtl="0" eaLnBrk="1" latinLnBrk="0" hangingPunct="1">
      <a:defRPr sz="1707" kern="1200">
        <a:solidFill>
          <a:schemeClr val="tx1"/>
        </a:solidFill>
        <a:latin typeface="+mn-lt"/>
        <a:ea typeface="+mn-ea"/>
        <a:cs typeface="+mn-cs"/>
      </a:defRPr>
    </a:lvl7pPr>
    <a:lvl8pPr marL="4552249" algn="l" defTabSz="1300643" rtl="0" eaLnBrk="1" latinLnBrk="0" hangingPunct="1">
      <a:defRPr sz="1707" kern="1200">
        <a:solidFill>
          <a:schemeClr val="tx1"/>
        </a:solidFill>
        <a:latin typeface="+mn-lt"/>
        <a:ea typeface="+mn-ea"/>
        <a:cs typeface="+mn-cs"/>
      </a:defRPr>
    </a:lvl8pPr>
    <a:lvl9pPr marL="5202570" algn="l" defTabSz="1300643" rtl="0" eaLnBrk="1" latinLnBrk="0" hangingPunct="1">
      <a:defRPr sz="170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far in this course you have learned to prepare data and to train a model with five or six different algorithms. This lecture is about the part that comes after: finding out whether the model is any good, working out why it is not, and deciding what to change.</a:t>
            </a:r>
          </a:p>
          <a:p>
            <a:endParaRPr dirty="0"/>
          </a:p>
          <a:p>
            <a:r>
              <a:rPr dirty="0"/>
              <a:t>Reading for this week: Machine Learning Yearning by Andrew Ng, chapters 6 to 12 (development and test sets) and chapters 13 to 19 (error analysis). The chapters are one or two pages each.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09E312-6DEE-B947-A56A-01F92ECA613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2720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Nothing was computed wrongly. 95% is the correct accuracy for this model.</a:t>
            </a:r>
          </a:p>
          <a:p>
            <a:endParaRPr dirty="0"/>
          </a:p>
          <a:p>
            <a:r>
              <a:rPr dirty="0"/>
              <a:t>The number is true and useless at the same time, because the question it answers — how often is the model right? — is not the question anybody cares about, which is: does it find the sick patients?</a:t>
            </a:r>
          </a:p>
          <a:p>
            <a:endParaRPr dirty="0"/>
          </a:p>
          <a:p>
            <a:r>
              <a:rPr dirty="0"/>
              <a:t>When one class is much more common than the other, the data is called imbalanced, and accuracy rewards a model for simply always guessing the common class. Fraud, disease, defects and spam are all like this</a:t>
            </a:r>
            <a:r>
              <a:rPr lang="nb-NO"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four questions are the structure of the lecture, and they are also a checklist you can apply to any result you are shown — your own, a classmate's, or a claim in a news article about an AI system.</a:t>
            </a:r>
          </a:p>
          <a:p>
            <a:endParaRPr dirty="0"/>
          </a:p>
          <a:p>
            <a:r>
              <a:rPr dirty="0"/>
              <a:t>Questions 1 and 4 follow Machine Learning Yearning closely. Questions 2 and 3 are the standard vocabulary of evaluation, and are examined.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score means nothing until you know which data it was measured on. Machine Learning Yearning, chapters 5 to 7.</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the Data for AI lecture the data was split in two: training and test. That is enough as long as you train one model and report its score.</a:t>
            </a:r>
          </a:p>
          <a:p>
            <a:endParaRPr dirty="0"/>
          </a:p>
          <a:p>
            <a:r>
              <a:rPr dirty="0"/>
              <a:t>The moment you start comparing — a tree against KNN, k = 3 against k = 9 — you need a third set to make those comparisons on. That is the development set. Ng calls it the dev set; scikit-learn and most textbooks call it the validation set. In this course the words mean the same.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With the practice exam, you have fitted yourself to its particular questions. With a model, you try twenty settings and one of them is bound to suit those particular test rows by luck. Keeping that one gives a score that is too optimistic, although no code ever trained on the test data.</a:t>
            </a:r>
          </a:p>
          <a:p>
            <a:endParaRPr dirty="0"/>
          </a:p>
          <a:p>
            <a:r>
              <a:rPr dirty="0"/>
              <a:t>Machine Learning Yearning calls this overfitting the dev set, and it is why a separate test set exists at all: it is the one measurement you have not spoiled by making decisions with it.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48822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example is Andrew Ng's, and the failure is one of the commonest in real projects. The model did exactly what it was trained to do; the data it was tested on simply was not the data it met.</a:t>
            </a:r>
          </a:p>
          <a:p>
            <a:endParaRPr dirty="0"/>
          </a:p>
          <a:p>
            <a:r>
              <a:rPr dirty="0"/>
              <a:t>The rule has two halves. First, dev and test data should resemble the future, even when that means they look different from your training data. Second, dev and test should come from the same distribution as each other. If they do not, and the test score is poor, you cannot tell whether you overfitted the dev set or whether the test set is simply a harder problem.</a:t>
            </a:r>
          </a:p>
          <a:p>
            <a:endParaRPr dirty="0"/>
          </a:p>
          <a:p>
            <a:r>
              <a:rPr dirty="0"/>
              <a:t>Closer to home: a model for predicting how full a bus will be, trained on summer data and evaluated in October, has the same problem.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4516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dev set has one purpose: to tell you which of two models is better. So it must be big enough to see the differences you care about.</a:t>
            </a:r>
          </a:p>
          <a:p>
            <a:endParaRPr dirty="0"/>
          </a:p>
          <a:p>
            <a:r>
              <a:rPr dirty="0"/>
              <a:t>With 100 examples, moving from 90% to 91% means one more example came out right, which could easily be chance. The third column is a rule of thumb rather than a formula, but the direction is exact: to see differences ten times smaller you need far more data.</a:t>
            </a:r>
          </a:p>
          <a:p>
            <a:endParaRPr dirty="0"/>
          </a:p>
          <a:p>
            <a:r>
              <a:rPr dirty="0"/>
              <a:t>The old habit of splitting 70/30 or 60/20/20 is fine for the small datasets in this course. With a million rows, 10 000 for dev and 10 000 for test is plenty and the remaining 98% can go to training.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arguments here are worth understanding rather than copying.</a:t>
            </a:r>
          </a:p>
          <a:p>
            <a:endParaRPr dirty="0"/>
          </a:p>
          <a:p>
            <a:r>
              <a:rPr dirty="0"/>
              <a:t>stratify=y keeps the proportion of each class the same in both parts. Without it, a rare class can end up almost entirely on one side by chance — and with imbalanced data that ruins the evaluation.</a:t>
            </a:r>
          </a:p>
          <a:p>
            <a:endParaRPr dirty="0"/>
          </a:p>
          <a:p>
            <a:r>
              <a:rPr dirty="0" err="1"/>
              <a:t>random_state</a:t>
            </a:r>
            <a:r>
              <a:rPr dirty="0"/>
              <a:t> fixes the shuffle so that you and the person checking your work get the same split. Any number will do; what matters is that it is set.</a:t>
            </a:r>
          </a:p>
          <a:p>
            <a:endParaRPr dirty="0"/>
          </a:p>
          <a:p>
            <a:r>
              <a:rPr dirty="0"/>
              <a:t>To make a separate dev set you would call </a:t>
            </a:r>
            <a:r>
              <a:rPr dirty="0" err="1"/>
              <a:t>train_test_split</a:t>
            </a:r>
            <a:r>
              <a:rPr dirty="0"/>
              <a:t> a second time on the 455 working rows. With a dataset this small there is a better way, which is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single dev set gives a single number, and that number depends on which rows happened to land in it. Cross-validation removes the luck by repeating the experiment.</a:t>
            </a:r>
          </a:p>
          <a:p>
            <a:endParaRPr dirty="0"/>
          </a:p>
          <a:p>
            <a:r>
              <a:rPr dirty="0"/>
              <a:t>With k = 5, the working data is cut into five equal parts called folds. The model is trained five separate times, each time leaving a different fold out and checking on it. Every row is used for checking exactly once and for training four times.</a:t>
            </a:r>
          </a:p>
          <a:p>
            <a:endParaRPr dirty="0"/>
          </a:p>
          <a:p>
            <a:r>
              <a:rPr dirty="0"/>
              <a:t>You report the average, and you look at the spread. The spread tells you how far to trust a difference between two models: if model A averages 92.5 and model B 93.0, and the scores vary by more than two points from fold to fold, you have not shown that B is better.</a:t>
            </a:r>
          </a:p>
          <a:p>
            <a:endParaRPr dirty="0"/>
          </a:p>
          <a:p>
            <a:r>
              <a:rPr dirty="0"/>
              <a:t>The cost is time — five trainings instead of one. The test set is still kept out of all of it. The scores on this slide are real, from the code on the next one.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Accuracy counts mistakes. It does not say which kind of mistake — and the kind is usually what matters.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dot is one patient. Ten of them are sick, ninety are healthy. This is the truth, which the clinic finds out later.</a:t>
            </a:r>
          </a:p>
          <a:p>
            <a:endParaRPr/>
          </a:p>
          <a:p>
            <a:r>
              <a:t>Keep two things apart for the rest of this part. The colour of a dot is what is really true. What the model says about the patient is a separate thing, and it can be wrong.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model from the start of the lecture. It gives the same answer for every one of the 100 patients: healthy. It never says sick.</a:t>
            </a:r>
          </a:p>
          <a:p>
            <a:endParaRPr/>
          </a:p>
          <a:p>
            <a:r>
              <a:t>For the ninety patients who really are healthy, that answer is correct. For the ten who really are sick, it is wrong; each cross marks a wrong answer. So the model is right 90 times out of 100. Its accuracy really is 90% — and it is useless, because it never finds a sick patient.</a:t>
            </a:r>
          </a:p>
          <a:p>
            <a:endParaRPr/>
          </a:p>
          <a:p>
            <a:r>
              <a:t>Accuracy means: out of all the answers, how many were right. It works well when the two groups are about the same size. It misleads when one group is rare, because a model can score high by always guessing the common group. Disease, fraud and spam are all like this: the thing you are looking for is rare.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second model looks at the same 100 patients. A blue ring means the model said sick.</a:t>
            </a:r>
          </a:p>
          <a:p>
            <a:endParaRPr/>
          </a:p>
          <a:p>
            <a:r>
              <a:t>Look at what the rings land on. Eight are around an orange dot: sick patients the model found. Two orange dots have no ring: sick patients it missed. Twelve rings are around grey dots: healthy people flagged by mistake, false alarms. The other 78 grey dots were correctly left alone.</a:t>
            </a:r>
          </a:p>
          <a:p>
            <a:endParaRPr/>
          </a:p>
          <a:p>
            <a:r>
              <a:t>So there are two ways to be right and two ways to be wrong, and the two mistakes are very different. A missed patient goes home ill. A false alarm means a healthy person has one more test.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confusion matrix is the four counts from the previous slide, put in a table. Each row is what was really true. Each column is what the model said.</a:t>
            </a:r>
          </a:p>
          <a:p>
            <a:endParaRPr dirty="0"/>
          </a:p>
          <a:p>
            <a:r>
              <a:rPr dirty="0"/>
              <a:t>The official names are easier than they look. The second word is what the model said: positive means it raised the alarm. The first word says whether it was right. A false negative: the model said negative, and that was false — a sick patient missed.</a:t>
            </a:r>
          </a:p>
          <a:p>
            <a:endParaRPr dirty="0"/>
          </a:p>
          <a:p>
            <a:r>
              <a:rPr dirty="0"/>
              <a:t>Positive does not mean good. It means the thing you are looking for.</a:t>
            </a:r>
          </a:p>
          <a:p>
            <a:endParaRPr dirty="0"/>
          </a:p>
          <a:p>
            <a:r>
              <a:rPr dirty="0"/>
              <a:t>This model is right 8 + 78 = 86 times out of 100. Its accuracy is 86%, lower than the model that found nobody. Yet it is clearly the better model. That is why accuracy is not enough.</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Recall looks only at the patients who really are sick: the top row of the table. Of those 10, how many did the model catch? 8.</a:t>
            </a:r>
          </a:p>
          <a:p>
            <a:endParaRPr dirty="0"/>
          </a:p>
          <a:p>
            <a:r>
              <a:rPr dirty="0"/>
              <a:t>The healthy patients do not come into it at all.</a:t>
            </a:r>
          </a:p>
          <a:p>
            <a:endParaRPr dirty="0"/>
          </a:p>
          <a:p>
            <a:r>
              <a:rPr dirty="0"/>
              <a:t>Recall is the number that exposes the first model. Its accuracy was 90% and its recall was zero.</a:t>
            </a:r>
            <a:endParaRPr lang="nb-NO" dirty="0"/>
          </a:p>
          <a:p>
            <a:endParaRPr lang="en-US" dirty="0"/>
          </a:p>
          <a:p>
            <a:endParaRPr lang="en-US" dirty="0"/>
          </a:p>
          <a:p>
            <a:r>
              <a:rPr lang="en-US" dirty="0"/>
              <a:t>----</a:t>
            </a:r>
          </a:p>
          <a:p>
            <a:r>
              <a:rPr lang="en-US" dirty="0"/>
              <a:t>Recall looks only at the patients who really are sick. Everybody else is faded out in the picture, because they play no part.</a:t>
            </a:r>
          </a:p>
          <a:p>
            <a:endParaRPr lang="en-US" dirty="0"/>
          </a:p>
          <a:p>
            <a:r>
              <a:rPr lang="en-US" dirty="0"/>
              <a:t>Ten patients are sick. So the model found 8 out of 10: its recall is 80%.</a:t>
            </a:r>
          </a:p>
          <a:p>
            <a:endParaRPr lang="en-US" dirty="0"/>
          </a:p>
          <a:p>
            <a:r>
              <a:rPr lang="en-US" dirty="0"/>
              <a:t>Low recall means many missed cases. The first model, which said healthy to everyone, has a recall of 0 out of 10. That one number exposes what its 90% accuracy was hiding.</a:t>
            </a:r>
          </a:p>
          <a:p>
            <a:endParaRPr lang="en-US" dirty="0"/>
          </a:p>
          <a:p>
            <a:r>
              <a:rPr lang="en-US" dirty="0"/>
              <a:t>As a formula: recall = TP / (TP + FN), the top row of the table.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Precision looks only at the alarms: the left column of the table. The model said sick 8 + 12 = 20 times, and 8 of those were real.</a:t>
            </a:r>
          </a:p>
          <a:p>
            <a:endParaRPr dirty="0"/>
          </a:p>
          <a:p>
            <a:r>
              <a:rPr dirty="0"/>
              <a:t>A way to keep the two apart. Recall is the patient's question: if I am ill, will it find me? Precision is the doctor's question: when the alarm goes off, should I believe it?</a:t>
            </a:r>
          </a:p>
          <a:p>
            <a:endParaRPr dirty="0"/>
          </a:p>
          <a:p>
            <a:r>
              <a:rPr dirty="0"/>
              <a:t>Both are examined, as definitions and as small calculations like these.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Cancer screening: a miss is far worse. You want high recall, and you accept some false alarms as the price.</a:t>
            </a:r>
          </a:p>
          <a:p>
            <a:endParaRPr dirty="0"/>
          </a:p>
          <a:p>
            <a:r>
              <a:rPr dirty="0"/>
              <a:t>Spam filter: losing a real e-mail is worse than seeing one spam message. You want high precision.</a:t>
            </a:r>
          </a:p>
          <a:p>
            <a:endParaRPr dirty="0"/>
          </a:p>
          <a:p>
            <a:r>
              <a:rPr dirty="0"/>
              <a:t>There is no general answer. Which measure matters depends on what each mistake costs, and people have to decide that — not the algorithm.</a:t>
            </a:r>
          </a:p>
          <a:p>
            <a:endParaRPr dirty="0"/>
          </a:p>
          <a:p>
            <a:r>
              <a:rPr dirty="0"/>
              <a:t>You can usually trade one for the other. A model that raises the alarm more easily finds more sick patients and produces more false alarms. The setting that controls this is called the threshold.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two numbers per model, comparing models gets awkward. The book's advice is to settle on one number.</a:t>
            </a:r>
          </a:p>
          <a:p>
            <a:endParaRPr/>
          </a:p>
          <a:p>
            <a:r>
              <a:t>F1 is the usual choice. When precision and recall are equal, F1 is that same number. When they are far apart, F1 ends up close to the lower one.</a:t>
            </a:r>
          </a:p>
          <a:p>
            <a:endParaRPr/>
          </a:p>
          <a:p>
            <a:r>
              <a:t>The formula is F1 = 2 × precision × recall / (precision + recall). You should know what F1 is for; if a calculation is asked, the formula will be given.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kind of table, produced by scikit-learn for a decision tree of depth 3 on the tumour test set. Here malignant is the thing being looked for.</a:t>
            </a:r>
          </a:p>
          <a:p>
            <a:endParaRPr/>
          </a:p>
          <a:p>
            <a:r>
              <a:t>Read it like the patient table: each row is the truth, each column is what the model said.</a:t>
            </a:r>
          </a:p>
          <a:p>
            <a:endParaRPr/>
          </a:p>
          <a:p>
            <a:r>
              <a:t>classification_report(y_test, y_pred) prints recall, precision and F1 for you; you will use it in the lab.</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Words in this part: overfitting, underfitting, bias, variance.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Think about two scores for each student: how they would do on the old exercises, and how they would do on an exam with new questions.</a:t>
            </a:r>
          </a:p>
          <a:p>
            <a:endParaRPr dirty="0"/>
          </a:p>
          <a:p>
            <a:r>
              <a:rPr dirty="0"/>
              <a:t>The three students are the three things a model can do with its training data.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Anna is perfect on what she memorised and lost when the questions are new. A big gap between the two scores is the sign.</a:t>
            </a:r>
          </a:p>
          <a:p>
            <a:endParaRPr/>
          </a:p>
          <a:p>
            <a:r>
              <a:t>Ben is poor on both. There is no gap, but both scores are low.</a:t>
            </a:r>
          </a:p>
          <a:p>
            <a:endParaRPr/>
          </a:p>
          <a:p>
            <a:r>
              <a:t>Clara is good on both, and her two scores are close together.</a:t>
            </a:r>
          </a:p>
          <a:p>
            <a:endParaRPr/>
          </a:p>
          <a:p>
            <a:r>
              <a:t>This is the most useful habit in the lecture: never judge a model by one score. Compare the score on the training set with the score on the validation or test set.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blue dots are the training data. The black line is what the model learned from them. The orange squares are new data that the model has never seen.</a:t>
            </a:r>
          </a:p>
          <a:p>
            <a:endParaRPr dirty="0"/>
          </a:p>
          <a:p>
            <a:r>
              <a:rPr dirty="0"/>
              <a:t>On the left, the model is a straight line. The dots clearly follow a bend, and a straight line cannot bend. It is far from many of the blue dots and far from the orange ones too. This is underfitting.</a:t>
            </a:r>
          </a:p>
          <a:p>
            <a:endParaRPr dirty="0"/>
          </a:p>
          <a:p>
            <a:r>
              <a:rPr dirty="0"/>
              <a:t>On the right, the model twists so that it passes exactly through every blue dot. On the training data it is perfect. But look at the orange squares: the line misses several of them badly, because the twists were fitted to accidents in the blue dots. This is overfitting.</a:t>
            </a:r>
          </a:p>
          <a:p>
            <a:endParaRPr dirty="0"/>
          </a:p>
          <a:p>
            <a:r>
              <a:rPr dirty="0"/>
              <a:t>In the middle, the model is a smooth curve. It does not hit every blue dot, and it stays close to the orange squares. It learned the pattern, not the individual points.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data always contains accidents: an unusual patient, a typing mistake, a coincidence. A model with enough freedom learns those accidents as if they were rules.</a:t>
            </a:r>
          </a:p>
          <a:p>
            <a:endParaRPr/>
          </a:p>
          <a:p>
            <a:r>
              <a:t>On the training data that looks excellent. On new data it hurts, because the accidents do not repeat.</a:t>
            </a:r>
          </a:p>
          <a:p>
            <a:endParaRPr/>
          </a:p>
          <a:p>
            <a:r>
              <a:t>A decision tree with no limit on its depth is the classic example. It keeps asking questions until it has every training example right — which is memorising.</a:t>
            </a:r>
          </a:p>
          <a:p>
            <a:endParaRPr/>
          </a:p>
          <a:p>
            <a:r>
              <a:t>The technical name is high variance, and it is examined.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Underfitting is the opposite problem. The model has not memorised anything; it has not learned enough.</a:t>
            </a:r>
          </a:p>
          <a:p>
            <a:endParaRPr/>
          </a:p>
          <a:p>
            <a:r>
              <a:t>You saw it in the regression lecture: a straight line cannot follow a curve, however much data you give it. A decision tree that is allowed to ask only one question is another example.</a:t>
            </a:r>
          </a:p>
          <a:p>
            <a:endParaRPr/>
          </a:p>
          <a:p>
            <a:r>
              <a:t>The technical name is high bias, and it is examined.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left to right, the tree is allowed to ask more and more questions.</a:t>
            </a:r>
          </a:p>
          <a:p>
            <a:endParaRPr/>
          </a:p>
          <a:p>
            <a:r>
              <a:t>The blue line is the score on the training data. It keeps rising to 100%: a more complicated model can always fit its own training data better.</a:t>
            </a:r>
          </a:p>
          <a:p>
            <a:endParaRPr/>
          </a:p>
          <a:p>
            <a:r>
              <a:t>The orange line is the score on new data. It rises, reaches a top, and then falls.</a:t>
            </a:r>
          </a:p>
          <a:p>
            <a:endParaRPr/>
          </a:p>
          <a:p>
            <a:r>
              <a:t>On the far left both lines are low: that is Ben, underfitting. On the right the lines move apart: that is Anna, overfitting. The best model is at the top of the orange line — Clara — and it is not the one with the best training score.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Ben needs to study more: give the model more freedom. For a decision tree that means allowing more depth; for regression, a curve instead of a straight line.</a:t>
            </a:r>
          </a:p>
          <a:p>
            <a:endParaRPr/>
          </a:p>
          <a:p>
            <a:r>
              <a:t>Anna needs to be stopped from memorising: give the model less freedom, or so much data that memorising no longer works. For a decision tree that means limiting the depth; for KNN, using a larger k.</a:t>
            </a:r>
          </a:p>
          <a:p>
            <a:endParaRPr/>
          </a:p>
          <a:p>
            <a:r>
              <a:t>Settings like the depth of a tree or the k in KNN, which you choose before training, are called hyperparameters. You choose them by trying several values and comparing on the validation set.</a:t>
            </a:r>
          </a:p>
          <a:p>
            <a:endParaRPr/>
          </a:p>
          <a:p>
            <a:r>
              <a:t>The commonest mistake is collecting more data for a model that is underfitting. It cannot use the data it already has.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Word in this part: error analysis. Machine Learning Yearning, chapters 13 to 19.</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tempting answers are yes, because it is a real fault, and no, because a month is long. Neither is based on anything.</a:t>
            </a:r>
          </a:p>
          <a:p>
            <a:endParaRPr/>
          </a:p>
          <a:p>
            <a:r>
              <a:t>The thing to check is how many of the mistakes are actually dogs. That takes ten minutes.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Error analysis means opening the examples the model got wrong and sorting them by cause. It is only looking and counting.</a:t>
            </a:r>
          </a:p>
          <a:p>
            <a:endParaRPr/>
          </a:p>
          <a:p>
            <a:r>
              <a:t>The count tells you the most an idea can achieve, before anybody builds anything. If dogs are 5 of 100 mistakes, a perfect dog fix barely changes the result. If they are 50 of 100, it halves the mistakes.</a:t>
            </a:r>
          </a:p>
          <a:p>
            <a:endParaRPr/>
          </a:p>
          <a:p>
            <a:r>
              <a:t>In practice you count several causes at once — dogs, blurry photos, big cats — in a simple table, and work on the biggest group first. The book's advice is to build a simple first version quickly and let its mistakes tell you what to do next.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questions from the start, each with the words it introduced. You can ask them about your own models and about any claim you read: 97% accurate on which data? Compared with always guessing the common answer? And what happens in the other 3%?</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slide for revision. Every word here can come up in the exam.</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Try all three before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question 1, possible fixes are more training data, a simpler model, or fewer features.</a:t>
            </a:r>
          </a:p>
          <a:p>
            <a:endParaRPr/>
          </a:p>
          <a:p>
            <a:r>
              <a:t>For questions 2 and 3, notice that recall starts from the real spam (20) and precision starts from what the filter flagged (10).</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book is free and each chapter is a page or two. The cat app and the dog problem in these slides come from it. It goes further than this lecture on several points: how big the validation set should be, what to do when one number is not enough, and what to do when the labels themselves are wrong.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or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14749993" y="9253982"/>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nb-NO" noProof="0"/>
              <a:t>Navn Navnesen</a:t>
            </a:r>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nb-NO" noProof="0"/>
              <a:t>dd.mm.yy</a:t>
            </a:r>
          </a:p>
        </p:txBody>
      </p:sp>
      <p:sp>
        <p:nvSpPr>
          <p:cNvPr id="18" name="Plassholder for dato 17">
            <a:extLst>
              <a:ext uri="{FF2B5EF4-FFF2-40B4-BE49-F238E27FC236}">
                <a16:creationId xmlns:a16="http://schemas.microsoft.com/office/drawing/2014/main" id="{652BDE14-9BEA-4244-91C2-4A615BE70EB5}"/>
              </a:ext>
            </a:extLst>
          </p:cNvPr>
          <p:cNvSpPr>
            <a:spLocks noGrp="1"/>
          </p:cNvSpPr>
          <p:nvPr>
            <p:ph type="dt" sz="half" idx="16"/>
          </p:nvPr>
        </p:nvSpPr>
        <p:spPr/>
        <p:txBody>
          <a:bodyPr/>
          <a:lstStyle/>
          <a:p>
            <a:fld id="{1B8CB738-8A92-4242-BFAF-5A76148DA9F2}" type="datetime1">
              <a:rPr lang="nb-NO" smtClean="0"/>
              <a:t>06.10.2026</a:t>
            </a:fld>
            <a:endParaRPr lang="nb-NO"/>
          </a:p>
        </p:txBody>
      </p:sp>
      <p:sp>
        <p:nvSpPr>
          <p:cNvPr id="19" name="Plassholder for bunntekst 18">
            <a:extLst>
              <a:ext uri="{FF2B5EF4-FFF2-40B4-BE49-F238E27FC236}">
                <a16:creationId xmlns:a16="http://schemas.microsoft.com/office/drawing/2014/main" id="{F7311688-F88F-4C95-8A41-E0D915FCA86E}"/>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EFA8C348-F7D6-46ED-9365-3BEAB314D94D}"/>
              </a:ext>
            </a:extLst>
          </p:cNvPr>
          <p:cNvSpPr>
            <a:spLocks noGrp="1"/>
          </p:cNvSpPr>
          <p:nvPr>
            <p:ph type="sldNum" sz="quarter" idx="18"/>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2142406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9876034"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1" y="5489579"/>
            <a:ext cx="9876034"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12" name="Plassholder for dato 11">
            <a:extLst>
              <a:ext uri="{FF2B5EF4-FFF2-40B4-BE49-F238E27FC236}">
                <a16:creationId xmlns:a16="http://schemas.microsoft.com/office/drawing/2014/main" id="{56B53AF6-B139-48E4-B8B2-15266DC4DC45}"/>
              </a:ext>
            </a:extLst>
          </p:cNvPr>
          <p:cNvSpPr>
            <a:spLocks noGrp="1"/>
          </p:cNvSpPr>
          <p:nvPr>
            <p:ph type="dt" sz="half" idx="17"/>
          </p:nvPr>
        </p:nvSpPr>
        <p:spPr/>
        <p:txBody>
          <a:bodyPr/>
          <a:lstStyle/>
          <a:p>
            <a:fld id="{84C8EDD6-68DE-F74C-9242-4F317D6B988E}" type="datetime1">
              <a:rPr lang="nb-NO" smtClean="0"/>
              <a:t>06.10.2026</a:t>
            </a:fld>
            <a:endParaRPr lang="nb-NO"/>
          </a:p>
        </p:txBody>
      </p:sp>
      <p:sp>
        <p:nvSpPr>
          <p:cNvPr id="19" name="Plassholder for bunntekst 18">
            <a:extLst>
              <a:ext uri="{FF2B5EF4-FFF2-40B4-BE49-F238E27FC236}">
                <a16:creationId xmlns:a16="http://schemas.microsoft.com/office/drawing/2014/main" id="{1EEE1C09-86BF-4F2C-8464-4675F6B481B1}"/>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34EC6E11-8AB0-4BC8-93DC-407904FA9CDC}"/>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490294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rside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507"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50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1" name="Plassholder for dato 20">
            <a:extLst>
              <a:ext uri="{FF2B5EF4-FFF2-40B4-BE49-F238E27FC236}">
                <a16:creationId xmlns:a16="http://schemas.microsoft.com/office/drawing/2014/main" id="{A89FCEFC-C9A7-48DC-A2F7-BE4D4DA94CF7}"/>
              </a:ext>
            </a:extLst>
          </p:cNvPr>
          <p:cNvSpPr>
            <a:spLocks noGrp="1"/>
          </p:cNvSpPr>
          <p:nvPr>
            <p:ph type="dt" sz="half" idx="17"/>
          </p:nvPr>
        </p:nvSpPr>
        <p:spPr/>
        <p:txBody>
          <a:bodyPr/>
          <a:lstStyle/>
          <a:p>
            <a:fld id="{E2AFA940-BB1A-2546-B1AA-7432196BDF07}" type="datetime1">
              <a:rPr lang="nb-NO" smtClean="0"/>
              <a:t>06.10.2026</a:t>
            </a:fld>
            <a:endParaRPr lang="nb-NO"/>
          </a:p>
        </p:txBody>
      </p:sp>
      <p:sp>
        <p:nvSpPr>
          <p:cNvPr id="22" name="Plassholder for bunntekst 21">
            <a:extLst>
              <a:ext uri="{FF2B5EF4-FFF2-40B4-BE49-F238E27FC236}">
                <a16:creationId xmlns:a16="http://schemas.microsoft.com/office/drawing/2014/main" id="{86F6B1E1-7108-4CA0-9B2D-EC94564CFD5C}"/>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3" name="Plassholder for lysbildenummer 22">
            <a:extLst>
              <a:ext uri="{FF2B5EF4-FFF2-40B4-BE49-F238E27FC236}">
                <a16:creationId xmlns:a16="http://schemas.microsoft.com/office/drawing/2014/main" id="{60A9F8C1-89C0-4B7B-9A1C-3CEF3EA77DD4}"/>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151411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38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38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8774"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70DF801A-44A6-423A-BF4C-1FE70682DC7B}"/>
              </a:ext>
            </a:extLst>
          </p:cNvPr>
          <p:cNvSpPr>
            <a:spLocks noGrp="1"/>
          </p:cNvSpPr>
          <p:nvPr>
            <p:ph type="dt" sz="half" idx="17"/>
          </p:nvPr>
        </p:nvSpPr>
        <p:spPr/>
        <p:txBody>
          <a:bodyPr/>
          <a:lstStyle/>
          <a:p>
            <a:fld id="{B794D83D-072A-A04C-A7F3-4BC8A7FAC58B}" type="datetime1">
              <a:rPr lang="nb-NO" smtClean="0"/>
              <a:t>06.10.2026</a:t>
            </a:fld>
            <a:endParaRPr lang="nb-NO"/>
          </a:p>
        </p:txBody>
      </p:sp>
      <p:sp>
        <p:nvSpPr>
          <p:cNvPr id="8" name="Plassholder for bunntekst 7">
            <a:extLst>
              <a:ext uri="{FF2B5EF4-FFF2-40B4-BE49-F238E27FC236}">
                <a16:creationId xmlns:a16="http://schemas.microsoft.com/office/drawing/2014/main" id="{3BAE66B1-31BF-4A40-98BB-F23031F6D52D}"/>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DEC930FD-CA96-49B1-B552-D06E67071637}"/>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1699102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orside, samarbeid">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9" name="Plassholder for dato 18">
            <a:extLst>
              <a:ext uri="{FF2B5EF4-FFF2-40B4-BE49-F238E27FC236}">
                <a16:creationId xmlns:a16="http://schemas.microsoft.com/office/drawing/2014/main" id="{D92300A2-C93F-436A-A8E9-E76E890344C4}"/>
              </a:ext>
            </a:extLst>
          </p:cNvPr>
          <p:cNvSpPr>
            <a:spLocks noGrp="1"/>
          </p:cNvSpPr>
          <p:nvPr>
            <p:ph type="dt" sz="half" idx="16"/>
          </p:nvPr>
        </p:nvSpPr>
        <p:spPr/>
        <p:txBody>
          <a:bodyPr/>
          <a:lstStyle/>
          <a:p>
            <a:fld id="{970BB29B-3BF2-C649-B67B-86F56F280184}" type="datetime1">
              <a:rPr lang="nb-NO" smtClean="0"/>
              <a:t>06.10.2026</a:t>
            </a:fld>
            <a:endParaRPr lang="nb-NO"/>
          </a:p>
        </p:txBody>
      </p:sp>
      <p:sp>
        <p:nvSpPr>
          <p:cNvPr id="20" name="Plassholder for bunntekst 19">
            <a:extLst>
              <a:ext uri="{FF2B5EF4-FFF2-40B4-BE49-F238E27FC236}">
                <a16:creationId xmlns:a16="http://schemas.microsoft.com/office/drawing/2014/main" id="{57E1B67A-48D1-4E05-B780-6CFCC1949688}"/>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03FECDC5-AA49-4FC4-BAFD-0FF7FC54F45E}"/>
              </a:ext>
            </a:extLst>
          </p:cNvPr>
          <p:cNvSpPr>
            <a:spLocks noGrp="1"/>
          </p:cNvSpPr>
          <p:nvPr>
            <p:ph type="sldNum" sz="quarter" idx="18"/>
          </p:nvPr>
        </p:nvSpPr>
        <p:spPr/>
        <p:txBody>
          <a:bodyPr/>
          <a:lstStyle/>
          <a:p>
            <a:fld id="{5751DFAA-887F-4071-8EAD-E8CA316FCF06}" type="slidenum">
              <a:rPr lang="nb-NO" smtClean="0"/>
              <a:pPr/>
              <a:t>‹#›</a:t>
            </a:fld>
            <a:endParaRPr lang="nb-NO"/>
          </a:p>
        </p:txBody>
      </p:sp>
      <p:sp>
        <p:nvSpPr>
          <p:cNvPr id="5" name="Plassholder for bilde 4">
            <a:extLst>
              <a:ext uri="{FF2B5EF4-FFF2-40B4-BE49-F238E27FC236}">
                <a16:creationId xmlns:a16="http://schemas.microsoft.com/office/drawing/2014/main" id="{E18F7118-4BBA-4894-9865-C9BC85EE8D99}"/>
              </a:ext>
            </a:extLst>
          </p:cNvPr>
          <p:cNvSpPr>
            <a:spLocks noGrp="1"/>
          </p:cNvSpPr>
          <p:nvPr>
            <p:ph type="pic" sz="quarter" idx="20" hasCustomPrompt="1"/>
          </p:nvPr>
        </p:nvSpPr>
        <p:spPr>
          <a:xfrm>
            <a:off x="1566196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838673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963894"/>
            <a:ext cx="9876377"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987637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7" name="Plassholder for dato 6">
            <a:extLst>
              <a:ext uri="{FF2B5EF4-FFF2-40B4-BE49-F238E27FC236}">
                <a16:creationId xmlns:a16="http://schemas.microsoft.com/office/drawing/2014/main" id="{9C9975B5-4B5A-4A2F-BFDB-CB07FFF41FA2}"/>
              </a:ext>
            </a:extLst>
          </p:cNvPr>
          <p:cNvSpPr>
            <a:spLocks noGrp="1"/>
          </p:cNvSpPr>
          <p:nvPr>
            <p:ph type="dt" sz="half" idx="17"/>
          </p:nvPr>
        </p:nvSpPr>
        <p:spPr/>
        <p:txBody>
          <a:bodyPr/>
          <a:lstStyle/>
          <a:p>
            <a:fld id="{EDE9C3DA-D7F3-C34D-98A9-7B2CFF57CFC6}" type="datetime1">
              <a:rPr lang="nb-NO" smtClean="0"/>
              <a:t>06.10.2026</a:t>
            </a:fld>
            <a:endParaRPr lang="nb-NO"/>
          </a:p>
        </p:txBody>
      </p:sp>
      <p:sp>
        <p:nvSpPr>
          <p:cNvPr id="8" name="Plassholder for bunntekst 7">
            <a:extLst>
              <a:ext uri="{FF2B5EF4-FFF2-40B4-BE49-F238E27FC236}">
                <a16:creationId xmlns:a16="http://schemas.microsoft.com/office/drawing/2014/main" id="{32A4462D-B68E-4569-9BEC-C576B12E203A}"/>
              </a:ext>
            </a:extLst>
          </p:cNvPr>
          <p:cNvSpPr>
            <a:spLocks noGrp="1"/>
          </p:cNvSpPr>
          <p:nvPr>
            <p:ph type="ftr" sz="quarter" idx="18"/>
          </p:nvPr>
        </p:nvSpPr>
        <p:spPr>
          <a:xfrm>
            <a:off x="972122" y="7668520"/>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2D0123D4-9C42-4ABB-9A5B-37874E90FD25}"/>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C58DDDE6-A7EF-4EF2-98F8-7C8C432B202F}"/>
              </a:ext>
            </a:extLst>
          </p:cNvPr>
          <p:cNvSpPr>
            <a:spLocks noGrp="1"/>
          </p:cNvSpPr>
          <p:nvPr>
            <p:ph type="pic" sz="quarter" idx="20" hasCustomPrompt="1"/>
          </p:nvPr>
        </p:nvSpPr>
        <p:spPr>
          <a:xfrm>
            <a:off x="10135267"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879630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85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85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7" name="Plassholder for dato 6">
            <a:extLst>
              <a:ext uri="{FF2B5EF4-FFF2-40B4-BE49-F238E27FC236}">
                <a16:creationId xmlns:a16="http://schemas.microsoft.com/office/drawing/2014/main" id="{C8943FA9-1FC1-4CA6-9987-51D4A224B782}"/>
              </a:ext>
            </a:extLst>
          </p:cNvPr>
          <p:cNvSpPr>
            <a:spLocks noGrp="1"/>
          </p:cNvSpPr>
          <p:nvPr>
            <p:ph type="dt" sz="half" idx="17"/>
          </p:nvPr>
        </p:nvSpPr>
        <p:spPr/>
        <p:txBody>
          <a:bodyPr/>
          <a:lstStyle/>
          <a:p>
            <a:fld id="{3E17D02D-71F8-DB4B-9CDA-5E95B12F834E}" type="datetime1">
              <a:rPr lang="nb-NO" smtClean="0"/>
              <a:t>06.10.2026</a:t>
            </a:fld>
            <a:endParaRPr lang="nb-NO"/>
          </a:p>
        </p:txBody>
      </p:sp>
      <p:sp>
        <p:nvSpPr>
          <p:cNvPr id="8" name="Plassholder for bunntekst 7">
            <a:extLst>
              <a:ext uri="{FF2B5EF4-FFF2-40B4-BE49-F238E27FC236}">
                <a16:creationId xmlns:a16="http://schemas.microsoft.com/office/drawing/2014/main" id="{26AB9857-A3BC-4168-94D2-E16B4C9D7E0D}"/>
              </a:ext>
            </a:extLst>
          </p:cNvPr>
          <p:cNvSpPr>
            <a:spLocks noGrp="1"/>
          </p:cNvSpPr>
          <p:nvPr>
            <p:ph type="ftr" sz="quarter" idx="18"/>
          </p:nvPr>
        </p:nvSpPr>
        <p:spPr>
          <a:xfrm>
            <a:off x="972122" y="7668521"/>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C95D276C-EFB8-4B16-B8EC-3B53CBDB3477}"/>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D8135442-1495-4020-900D-917070638299}"/>
              </a:ext>
            </a:extLst>
          </p:cNvPr>
          <p:cNvSpPr>
            <a:spLocks noGrp="1"/>
          </p:cNvSpPr>
          <p:nvPr>
            <p:ph type="pic" sz="quarter" idx="20" hasCustomPrompt="1"/>
          </p:nvPr>
        </p:nvSpPr>
        <p:spPr>
          <a:xfrm>
            <a:off x="751774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473004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723"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723"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9688"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322CBC60-2F96-4955-8CB7-A723C0337AF7}"/>
              </a:ext>
            </a:extLst>
          </p:cNvPr>
          <p:cNvSpPr>
            <a:spLocks noGrp="1"/>
          </p:cNvSpPr>
          <p:nvPr>
            <p:ph type="dt" sz="half" idx="17"/>
          </p:nvPr>
        </p:nvSpPr>
        <p:spPr/>
        <p:txBody>
          <a:bodyPr/>
          <a:lstStyle/>
          <a:p>
            <a:fld id="{AFDEF325-5E12-1C40-877B-11C33935E977}" type="datetime1">
              <a:rPr lang="nb-NO" smtClean="0"/>
              <a:t>06.10.2026</a:t>
            </a:fld>
            <a:endParaRPr lang="nb-NO"/>
          </a:p>
        </p:txBody>
      </p:sp>
      <p:sp>
        <p:nvSpPr>
          <p:cNvPr id="8" name="Plassholder for bunntekst 7">
            <a:extLst>
              <a:ext uri="{FF2B5EF4-FFF2-40B4-BE49-F238E27FC236}">
                <a16:creationId xmlns:a16="http://schemas.microsoft.com/office/drawing/2014/main" id="{734F802C-71FE-47BA-816D-423460A9EB6E}"/>
              </a:ext>
            </a:extLst>
          </p:cNvPr>
          <p:cNvSpPr>
            <a:spLocks noGrp="1"/>
          </p:cNvSpPr>
          <p:nvPr>
            <p:ph type="ftr" sz="quarter" idx="18"/>
          </p:nvPr>
        </p:nvSpPr>
        <p:spPr>
          <a:xfrm>
            <a:off x="971551" y="7661755"/>
            <a:ext cx="4637723"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8D2008E8-13A1-4052-91CA-FD29ACBA8C5A}"/>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66EBDB16-4B51-4813-AB2B-6B7738B506C9}"/>
              </a:ext>
            </a:extLst>
          </p:cNvPr>
          <p:cNvSpPr>
            <a:spLocks noGrp="1"/>
          </p:cNvSpPr>
          <p:nvPr>
            <p:ph type="pic" sz="quarter" idx="20" hasCustomPrompt="1"/>
          </p:nvPr>
        </p:nvSpPr>
        <p:spPr>
          <a:xfrm>
            <a:off x="4896612"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784744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dato 3"/>
          <p:cNvSpPr>
            <a:spLocks noGrp="1"/>
          </p:cNvSpPr>
          <p:nvPr>
            <p:ph type="dt" sz="half" idx="10"/>
          </p:nvPr>
        </p:nvSpPr>
        <p:spPr/>
        <p:txBody>
          <a:bodyPr/>
          <a:lstStyle/>
          <a:p>
            <a:fld id="{0B11FDB4-D115-F743-900E-8B987E95887B}"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212558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loverskrift stor">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4528153"/>
            <a:ext cx="15373922" cy="3323987"/>
          </a:xfrm>
        </p:spPr>
        <p:txBody>
          <a:bodyPr anchor="b">
            <a:normAutofit/>
          </a:bodyPr>
          <a:lstStyle>
            <a:lvl1pPr>
              <a:defRPr sz="120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D5743DC5-FF72-5D45-9139-1EF4D4DD79A8}"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58411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loverskrift liten">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5560923"/>
            <a:ext cx="15373922" cy="2160591"/>
          </a:xfrm>
        </p:spPr>
        <p:txBody>
          <a:bodyPr anchor="b">
            <a:normAutofit/>
          </a:bodyPr>
          <a:lstStyle>
            <a:lvl1pPr>
              <a:defRPr sz="78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0BE0319-3502-1446-A29C-667B63DCC821}"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3038263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tel og 3x tekstboks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A128637-AC9E-7948-8472-9501588C7B1A}"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ssholder for tekst 6">
            <a:extLst>
              <a:ext uri="{FF2B5EF4-FFF2-40B4-BE49-F238E27FC236}">
                <a16:creationId xmlns:a16="http://schemas.microsoft.com/office/drawing/2014/main" id="{3633B4FE-1A74-4469-A955-AEC7C7511EFD}"/>
              </a:ext>
            </a:extLst>
          </p:cNvPr>
          <p:cNvSpPr>
            <a:spLocks noGrp="1"/>
          </p:cNvSpPr>
          <p:nvPr>
            <p:ph type="body" sz="quarter" idx="14"/>
          </p:nvPr>
        </p:nvSpPr>
        <p:spPr>
          <a:xfrm>
            <a:off x="1157544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09378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x tekstbokser og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11296269" y="-1"/>
            <a:ext cx="6048756" cy="9757220"/>
          </a:xfrm>
          <a:prstGeom prst="rect">
            <a:avLst/>
          </a:prstGeom>
          <a:blipFill>
            <a:blip/>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1" y="2374096"/>
            <a:ext cx="10027253" cy="664797"/>
          </a:xfrm>
        </p:spPr>
        <p:txBody>
          <a:bodyPr>
            <a:normAutofit/>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A2661C00-EFE0-DA4D-A901-8081BF0530A8}"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7297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tel, tekst og bilde">
    <p:spTree>
      <p:nvGrpSpPr>
        <p:cNvPr id="1" name=""/>
        <p:cNvGrpSpPr/>
        <p:nvPr/>
      </p:nvGrpSpPr>
      <p:grpSpPr>
        <a:xfrm>
          <a:off x="0" y="0"/>
          <a:ext cx="0" cy="0"/>
          <a:chOff x="0" y="0"/>
          <a:chExt cx="0" cy="0"/>
        </a:xfrm>
      </p:grpSpPr>
      <p:sp>
        <p:nvSpPr>
          <p:cNvPr id="9" name="Plassholder for bilde 2">
            <a:extLst>
              <a:ext uri="{FF2B5EF4-FFF2-40B4-BE49-F238E27FC236}">
                <a16:creationId xmlns:a16="http://schemas.microsoft.com/office/drawing/2014/main" id="{BBBCD936-BFAE-449A-8A24-0073D81BA783}"/>
              </a:ext>
            </a:extLst>
          </p:cNvPr>
          <p:cNvSpPr>
            <a:spLocks noGrp="1"/>
          </p:cNvSpPr>
          <p:nvPr>
            <p:ph type="pic" sz="quarter" idx="16"/>
          </p:nvPr>
        </p:nvSpPr>
        <p:spPr>
          <a:xfrm>
            <a:off x="11296269" y="-1"/>
            <a:ext cx="6048756" cy="9757220"/>
          </a:xfrm>
          <a:prstGeom prst="rect">
            <a:avLst/>
          </a:prstGeom>
          <a:blipFill>
            <a:blip/>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2374096"/>
            <a:ext cx="10027254" cy="664797"/>
          </a:xfrm>
        </p:spPr>
        <p:txBody>
          <a:bodyPr>
            <a:normAutofit/>
          </a:bodyPr>
          <a:lstStyle>
            <a:lvl1pPr>
              <a:defRPr/>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F97C2A63-6BBE-E34D-89E1-499FE3704E2E}"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10027254"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2509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tel, tekst og stort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chor="t" anchorCtr="1">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1709298"/>
            <a:ext cx="4860608" cy="1329595"/>
          </a:xfrm>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AAAED39D-2C46-BC47-BC1C-7FBE27DEFBB4}" type="datetime1">
              <a:rPr lang="nb-NO" smtClean="0"/>
              <a:t>06.10.2026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lgn="r">
              <a:defRPr>
                <a:solidFill>
                  <a:schemeClr val="accent1"/>
                </a:solidFill>
              </a:defRPr>
            </a:lvl1pPr>
          </a:lstStyle>
          <a:p>
            <a:fld id="{5751DFAA-887F-4071-8EAD-E8CA316FCF06}" type="slidenum">
              <a:rPr lang="nb-NO" smtClean="0"/>
              <a:pPr/>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4860608"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926396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Helsides bilde">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7E55B23D-A101-4B76-A4BE-631E88A6A755}"/>
              </a:ext>
            </a:extLst>
          </p:cNvPr>
          <p:cNvSpPr>
            <a:spLocks noGrp="1"/>
          </p:cNvSpPr>
          <p:nvPr>
            <p:ph type="pic" sz="quarter" idx="16"/>
          </p:nvPr>
        </p:nvSpPr>
        <p:spPr>
          <a:xfrm>
            <a:off x="0" y="0"/>
            <a:ext cx="17345025" cy="9757220"/>
          </a:xfrm>
          <a:prstGeom prst="rect">
            <a:avLst/>
          </a:prstGeom>
          <a:blipFill>
            <a:blip/>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Plassholder for dato 1"/>
          <p:cNvSpPr>
            <a:spLocks noGrp="1"/>
          </p:cNvSpPr>
          <p:nvPr>
            <p:ph type="dt" sz="half" idx="10"/>
          </p:nvPr>
        </p:nvSpPr>
        <p:spPr/>
        <p:txBody>
          <a:bodyPr/>
          <a:lstStyle>
            <a:lvl1pPr>
              <a:defRPr>
                <a:solidFill>
                  <a:schemeClr val="accent1"/>
                </a:solidFill>
              </a:defRPr>
            </a:lvl1pPr>
          </a:lstStyle>
          <a:p>
            <a:fld id="{B8E6FB85-A9F1-F34E-A3AF-024C8B4A3C90}" type="datetime1">
              <a:rPr lang="nb-NO" smtClean="0"/>
              <a:t>06.10.2026</a:t>
            </a:fld>
            <a:endParaRPr lang="nb-NO"/>
          </a:p>
        </p:txBody>
      </p:sp>
      <p:sp>
        <p:nvSpPr>
          <p:cNvPr id="3" name="Plassholder for bunntekst 2"/>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4" name="Plassholder for lysbildenummer 3"/>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11" name="Plassholder for tekst 10">
            <a:extLst>
              <a:ext uri="{FF2B5EF4-FFF2-40B4-BE49-F238E27FC236}">
                <a16:creationId xmlns:a16="http://schemas.microsoft.com/office/drawing/2014/main" id="{10E39287-A8EF-4C34-A1FC-3948F2552699}"/>
              </a:ext>
            </a:extLst>
          </p:cNvPr>
          <p:cNvSpPr>
            <a:spLocks noGrp="1"/>
          </p:cNvSpPr>
          <p:nvPr>
            <p:ph type="body" idx="13" hasCustomPrompt="1"/>
          </p:nvPr>
        </p:nvSpPr>
        <p:spPr>
          <a:xfrm>
            <a:off x="972122" y="972122"/>
            <a:ext cx="1004318" cy="595885"/>
          </a:xfrm>
          <a:blipFill>
            <a:blip/>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10B431D3-7494-4FBC-B3D0-A66DB1B545B5}"/>
              </a:ext>
            </a:extLst>
          </p:cNvPr>
          <p:cNvSpPr>
            <a:spLocks noGrp="1"/>
          </p:cNvSpPr>
          <p:nvPr>
            <p:ph type="body" sz="quarter" idx="14" hasCustomPrompt="1"/>
          </p:nvPr>
        </p:nvSpPr>
        <p:spPr>
          <a:xfrm>
            <a:off x="972123" y="8774297"/>
            <a:ext cx="2313437" cy="272797"/>
          </a:xfrm>
          <a:prstGeom prst="rect">
            <a:avLst/>
          </a:prstGeom>
          <a:blipFill>
            <a:blip/>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1304279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tat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972122" y="4517203"/>
            <a:ext cx="15373922" cy="3240887"/>
          </a:xfrm>
        </p:spPr>
        <p:txBody>
          <a:bodyPr anchor="b">
            <a:normAutofit/>
          </a:bodyPr>
          <a:lstStyle>
            <a:lvl1pPr>
              <a:defRPr sz="7800" cap="all" baseline="0"/>
            </a:lvl1pPr>
          </a:lstStyle>
          <a:p>
            <a:r>
              <a:rPr lang="nb-NO"/>
              <a:t>Klikk for å legge til sitat</a:t>
            </a:r>
          </a:p>
        </p:txBody>
      </p:sp>
      <p:sp>
        <p:nvSpPr>
          <p:cNvPr id="4" name="Plassholder for dato 3"/>
          <p:cNvSpPr>
            <a:spLocks noGrp="1"/>
          </p:cNvSpPr>
          <p:nvPr>
            <p:ph type="dt" sz="half" idx="10"/>
          </p:nvPr>
        </p:nvSpPr>
        <p:spPr/>
        <p:txBody>
          <a:bodyPr/>
          <a:lstStyle/>
          <a:p>
            <a:fld id="{9ED5AE83-A1EC-0447-9BCC-8AD153762461}"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lvl1pPr>
          </a:lstStyle>
          <a:p>
            <a:pPr lvl="0"/>
            <a:r>
              <a:rPr lang="en-US" err="1"/>
              <a:t>Sitert</a:t>
            </a:r>
            <a:r>
              <a:rPr lang="en-US"/>
              <a:t> </a:t>
            </a:r>
            <a:r>
              <a:rPr lang="en-US" err="1"/>
              <a:t>Kilde</a:t>
            </a:r>
            <a:endParaRPr lang="en-US"/>
          </a:p>
        </p:txBody>
      </p:sp>
    </p:spTree>
    <p:extLst>
      <p:ext uri="{BB962C8B-B14F-4D97-AF65-F5344CB8AC3E}">
        <p14:creationId xmlns:p14="http://schemas.microsoft.com/office/powerpoint/2010/main" val="907710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itatside /m bildebakgrunn">
    <p:bg>
      <p:bgPr>
        <a:solidFill>
          <a:schemeClr val="lt1"/>
        </a:solidFill>
        <a:effectLst/>
      </p:bgPr>
    </p:bg>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CCCE99AD-0406-40AA-BCE7-C39ABF192C27}"/>
              </a:ext>
            </a:extLst>
          </p:cNvPr>
          <p:cNvSpPr>
            <a:spLocks noGrp="1"/>
          </p:cNvSpPr>
          <p:nvPr>
            <p:ph type="pic" sz="quarter" idx="16"/>
          </p:nvPr>
        </p:nvSpPr>
        <p:spPr>
          <a:xfrm>
            <a:off x="0" y="0"/>
            <a:ext cx="17345025" cy="9757220"/>
          </a:xfrm>
          <a:prstGeom prst="rect">
            <a:avLst/>
          </a:prstGeom>
          <a:blipFill>
            <a:blip/>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hasCustomPrompt="1"/>
          </p:nvPr>
        </p:nvSpPr>
        <p:spPr>
          <a:xfrm>
            <a:off x="972122" y="5597499"/>
            <a:ext cx="15373922" cy="2160591"/>
          </a:xfrm>
        </p:spPr>
        <p:txBody>
          <a:bodyPr anchor="b">
            <a:normAutofit/>
          </a:bodyPr>
          <a:lstStyle>
            <a:lvl1pPr>
              <a:defRPr sz="7800" cap="all" baseline="0">
                <a:solidFill>
                  <a:schemeClr val="accent1"/>
                </a:solidFill>
              </a:defRPr>
            </a:lvl1pPr>
          </a:lstStyle>
          <a:p>
            <a:r>
              <a:rPr lang="nb-NO"/>
              <a:t>Klikk for å legge til sitat</a:t>
            </a:r>
          </a:p>
        </p:txBody>
      </p:sp>
      <p:sp>
        <p:nvSpPr>
          <p:cNvPr id="4" name="Plassholder for dato 3"/>
          <p:cNvSpPr>
            <a:spLocks noGrp="1"/>
          </p:cNvSpPr>
          <p:nvPr>
            <p:ph type="dt" sz="half" idx="10"/>
          </p:nvPr>
        </p:nvSpPr>
        <p:spPr/>
        <p:txBody>
          <a:bodyPr/>
          <a:lstStyle>
            <a:lvl1pPr>
              <a:defRPr>
                <a:solidFill>
                  <a:schemeClr val="accent1"/>
                </a:solidFill>
              </a:defRPr>
            </a:lvl1pPr>
          </a:lstStyle>
          <a:p>
            <a:fld id="{DF99E1FF-0333-9143-86D0-C48E337F4E76}" type="datetime1">
              <a:rPr lang="nb-NO" smtClean="0"/>
              <a:t>06.10.2026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solidFill>
                  <a:schemeClr val="accent1"/>
                </a:solidFill>
              </a:defRPr>
            </a:lvl1pPr>
          </a:lstStyle>
          <a:p>
            <a:pPr lvl="0"/>
            <a:r>
              <a:rPr lang="en-US" err="1"/>
              <a:t>Sitert</a:t>
            </a:r>
            <a:r>
              <a:rPr lang="en-US"/>
              <a:t> </a:t>
            </a:r>
            <a:r>
              <a:rPr lang="en-US" err="1"/>
              <a:t>Kilde</a:t>
            </a:r>
            <a:endParaRPr lang="en-US"/>
          </a:p>
        </p:txBody>
      </p:sp>
      <p:sp>
        <p:nvSpPr>
          <p:cNvPr id="11" name="Plassholder for tekst 10">
            <a:extLst>
              <a:ext uri="{FF2B5EF4-FFF2-40B4-BE49-F238E27FC236}">
                <a16:creationId xmlns:a16="http://schemas.microsoft.com/office/drawing/2014/main" id="{A4AE70EA-EB2B-4642-8AB7-DC90C3F6A3D9}"/>
              </a:ext>
            </a:extLst>
          </p:cNvPr>
          <p:cNvSpPr>
            <a:spLocks noGrp="1"/>
          </p:cNvSpPr>
          <p:nvPr>
            <p:ph type="body" idx="14" hasCustomPrompt="1"/>
          </p:nvPr>
        </p:nvSpPr>
        <p:spPr>
          <a:xfrm>
            <a:off x="972122" y="972122"/>
            <a:ext cx="1004318" cy="595885"/>
          </a:xfrm>
          <a:blipFill>
            <a:blip/>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52CA5463-497B-4D4A-821F-C1642E29C5EC}"/>
              </a:ext>
            </a:extLst>
          </p:cNvPr>
          <p:cNvSpPr>
            <a:spLocks noGrp="1"/>
          </p:cNvSpPr>
          <p:nvPr>
            <p:ph type="body" sz="quarter" idx="15" hasCustomPrompt="1"/>
          </p:nvPr>
        </p:nvSpPr>
        <p:spPr>
          <a:xfrm>
            <a:off x="972123" y="8774297"/>
            <a:ext cx="2313437" cy="272797"/>
          </a:xfrm>
          <a:prstGeom prst="rect">
            <a:avLst/>
          </a:prstGeom>
          <a:blipFill>
            <a:blip/>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372570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sz="half" idx="1"/>
          </p:nvPr>
        </p:nvSpPr>
        <p:spPr>
          <a:xfrm>
            <a:off x="972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innhold 3"/>
          <p:cNvSpPr>
            <a:spLocks noGrp="1"/>
          </p:cNvSpPr>
          <p:nvPr>
            <p:ph sz="half" idx="2"/>
          </p:nvPr>
        </p:nvSpPr>
        <p:spPr>
          <a:xfrm>
            <a:off x="8965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dato 4"/>
          <p:cNvSpPr>
            <a:spLocks noGrp="1"/>
          </p:cNvSpPr>
          <p:nvPr>
            <p:ph type="dt" sz="half" idx="10"/>
          </p:nvPr>
        </p:nvSpPr>
        <p:spPr/>
        <p:txBody>
          <a:bodyPr/>
          <a:lstStyle/>
          <a:p>
            <a:fld id="{0FE61AA1-9CAA-9C44-8967-48285DF6EEA1}" type="datetime1">
              <a:rPr lang="nb-NO" smtClean="0"/>
              <a:t>06.10.2026</a:t>
            </a:fld>
            <a:endParaRPr lang="nb-NO"/>
          </a:p>
        </p:txBody>
      </p:sp>
      <p:sp>
        <p:nvSpPr>
          <p:cNvPr id="6" name="Plassholder for bunntekst 5"/>
          <p:cNvSpPr>
            <a:spLocks noGrp="1"/>
          </p:cNvSpPr>
          <p:nvPr>
            <p:ph type="ftr" sz="quarter" idx="11"/>
          </p:nvPr>
        </p:nvSpPr>
        <p:spPr/>
        <p:txBody>
          <a:bodyPr/>
          <a:lstStyle/>
          <a:p>
            <a:r>
              <a:rPr lang="nb-NO"/>
              <a:t>Introduction to A.I - Umair M.I</a:t>
            </a:r>
          </a:p>
        </p:txBody>
      </p:sp>
      <p:sp>
        <p:nvSpPr>
          <p:cNvPr id="7" name="Plassholder for lysbildenummer 6"/>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213274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3" name="Plassholder for tekst 2"/>
          <p:cNvSpPr>
            <a:spLocks noGrp="1"/>
          </p:cNvSpPr>
          <p:nvPr>
            <p:ph type="body" idx="1"/>
          </p:nvPr>
        </p:nvSpPr>
        <p:spPr>
          <a:xfrm>
            <a:off x="972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4" name="Plassholder for innhold 3"/>
          <p:cNvSpPr>
            <a:spLocks noGrp="1"/>
          </p:cNvSpPr>
          <p:nvPr>
            <p:ph sz="half" idx="2"/>
          </p:nvPr>
        </p:nvSpPr>
        <p:spPr>
          <a:xfrm>
            <a:off x="972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tekst 4"/>
          <p:cNvSpPr>
            <a:spLocks noGrp="1"/>
          </p:cNvSpPr>
          <p:nvPr>
            <p:ph type="body" sz="quarter" idx="3"/>
          </p:nvPr>
        </p:nvSpPr>
        <p:spPr>
          <a:xfrm>
            <a:off x="8965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6" name="Plassholder for innhold 5"/>
          <p:cNvSpPr>
            <a:spLocks noGrp="1"/>
          </p:cNvSpPr>
          <p:nvPr>
            <p:ph sz="quarter" idx="4"/>
          </p:nvPr>
        </p:nvSpPr>
        <p:spPr>
          <a:xfrm>
            <a:off x="8965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Plassholder for dato 6"/>
          <p:cNvSpPr>
            <a:spLocks noGrp="1"/>
          </p:cNvSpPr>
          <p:nvPr>
            <p:ph type="dt" sz="half" idx="10"/>
          </p:nvPr>
        </p:nvSpPr>
        <p:spPr/>
        <p:txBody>
          <a:bodyPr/>
          <a:lstStyle/>
          <a:p>
            <a:fld id="{B07DE300-15C3-864E-8B70-FD0EFB2B32ED}" type="datetime1">
              <a:rPr lang="nb-NO" smtClean="0"/>
              <a:t>06.10.2026</a:t>
            </a:fld>
            <a:endParaRPr lang="nb-NO"/>
          </a:p>
        </p:txBody>
      </p:sp>
      <p:sp>
        <p:nvSpPr>
          <p:cNvPr id="8" name="Plassholder for bunntekst 7"/>
          <p:cNvSpPr>
            <a:spLocks noGrp="1"/>
          </p:cNvSpPr>
          <p:nvPr>
            <p:ph type="ftr" sz="quarter" idx="11"/>
          </p:nvPr>
        </p:nvSpPr>
        <p:spPr/>
        <p:txBody>
          <a:bodyPr/>
          <a:lstStyle/>
          <a:p>
            <a:r>
              <a:rPr lang="nb-NO"/>
              <a:t>Introduction to A.I - Umair M.I</a:t>
            </a:r>
          </a:p>
        </p:txBody>
      </p:sp>
      <p:sp>
        <p:nvSpPr>
          <p:cNvPr id="9" name="Plassholder for lysbildenummer 8"/>
          <p:cNvSpPr>
            <a:spLocks noGrp="1"/>
          </p:cNvSpPr>
          <p:nvPr>
            <p:ph type="sldNum" sz="quarter" idx="12"/>
          </p:nvPr>
        </p:nvSpPr>
        <p:spPr/>
        <p:txBody>
          <a:bodyPr/>
          <a:lstStyle/>
          <a:p>
            <a:fld id="{5751DFAA-887F-4071-8EAD-E8CA316FCF06}" type="slidenum">
              <a:rPr lang="nb-NO" smtClean="0"/>
              <a:t>‹#›</a:t>
            </a:fld>
            <a:endParaRPr lang="nb-NO"/>
          </a:p>
        </p:txBody>
      </p:sp>
      <p:sp>
        <p:nvSpPr>
          <p:cNvPr id="10" name="Tittel 9">
            <a:extLst>
              <a:ext uri="{FF2B5EF4-FFF2-40B4-BE49-F238E27FC236}">
                <a16:creationId xmlns:a16="http://schemas.microsoft.com/office/drawing/2014/main" id="{2DA985E1-7DD2-458A-A77D-21904FB811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846632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5DDA4C13-E02D-094A-A01F-5E81A9C48AA1}" type="datetime1">
              <a:rPr lang="nb-NO" smtClean="0"/>
              <a:t>06.10.2026</a:t>
            </a:fld>
            <a:endParaRPr lang="nb-NO"/>
          </a:p>
        </p:txBody>
      </p:sp>
      <p:sp>
        <p:nvSpPr>
          <p:cNvPr id="4" name="Plassholder for bunntekst 3"/>
          <p:cNvSpPr>
            <a:spLocks noGrp="1"/>
          </p:cNvSpPr>
          <p:nvPr>
            <p:ph type="ftr" sz="quarter" idx="11"/>
          </p:nvPr>
        </p:nvSpPr>
        <p:spPr/>
        <p:txBody>
          <a:bodyPr/>
          <a:lstStyle/>
          <a:p>
            <a:r>
              <a:rPr lang="nb-NO"/>
              <a:t>Introduction to A.I - Umair M.I</a:t>
            </a:r>
          </a:p>
        </p:txBody>
      </p:sp>
      <p:sp>
        <p:nvSpPr>
          <p:cNvPr id="5" name="Plassholder for lysbildenummer 4"/>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0980477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C0EB400F-4224-6149-A03A-94907E8E56D8}" type="datetime1">
              <a:rPr lang="nb-NO" smtClean="0"/>
              <a:t>06.10.2026</a:t>
            </a:fld>
            <a:endParaRPr lang="nb-NO"/>
          </a:p>
        </p:txBody>
      </p:sp>
      <p:sp>
        <p:nvSpPr>
          <p:cNvPr id="3" name="Plassholder for bunntekst 2"/>
          <p:cNvSpPr>
            <a:spLocks noGrp="1"/>
          </p:cNvSpPr>
          <p:nvPr>
            <p:ph type="ftr" sz="quarter" idx="11"/>
          </p:nvPr>
        </p:nvSpPr>
        <p:spPr/>
        <p:txBody>
          <a:bodyPr/>
          <a:lstStyle/>
          <a:p>
            <a:r>
              <a:rPr lang="nb-NO"/>
              <a:t>Introduction to A.I -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9438400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or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nb-NO" noProof="0"/>
              <a:t>Navn Navnesen</a:t>
            </a:r>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nb-NO" noProof="0"/>
              <a:t>dd.mm.yy</a:t>
            </a:r>
          </a:p>
        </p:txBody>
      </p:sp>
      <p:sp>
        <p:nvSpPr>
          <p:cNvPr id="18" name="Plassholder for dato 17">
            <a:extLst>
              <a:ext uri="{FF2B5EF4-FFF2-40B4-BE49-F238E27FC236}">
                <a16:creationId xmlns:a16="http://schemas.microsoft.com/office/drawing/2014/main" id="{652BDE14-9BEA-4244-91C2-4A615BE70EB5}"/>
              </a:ext>
            </a:extLst>
          </p:cNvPr>
          <p:cNvSpPr>
            <a:spLocks noGrp="1"/>
          </p:cNvSpPr>
          <p:nvPr>
            <p:ph type="dt" sz="half" idx="16"/>
          </p:nvPr>
        </p:nvSpPr>
        <p:spPr/>
        <p:txBody>
          <a:bodyPr/>
          <a:lstStyle/>
          <a:p>
            <a:fld id="{A2F66F3E-E7D8-1C40-ACD3-802D967B9B27}" type="datetime1">
              <a:rPr lang="nb-NO" smtClean="0"/>
              <a:t>06.10.2026</a:t>
            </a:fld>
            <a:endParaRPr lang="nb-NO"/>
          </a:p>
        </p:txBody>
      </p:sp>
      <p:sp>
        <p:nvSpPr>
          <p:cNvPr id="19" name="Plassholder for bunntekst 18">
            <a:extLst>
              <a:ext uri="{FF2B5EF4-FFF2-40B4-BE49-F238E27FC236}">
                <a16:creationId xmlns:a16="http://schemas.microsoft.com/office/drawing/2014/main" id="{F7311688-F88F-4C95-8A41-E0D915FCA86E}"/>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EFA8C348-F7D6-46ED-9365-3BEAB314D94D}"/>
              </a:ext>
            </a:extLst>
          </p:cNvPr>
          <p:cNvSpPr>
            <a:spLocks noGrp="1"/>
          </p:cNvSpPr>
          <p:nvPr>
            <p:ph type="sldNum" sz="quarter" idx="18"/>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7169284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orside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9876034"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1" y="5489579"/>
            <a:ext cx="9876034"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12" name="Plassholder for dato 11">
            <a:extLst>
              <a:ext uri="{FF2B5EF4-FFF2-40B4-BE49-F238E27FC236}">
                <a16:creationId xmlns:a16="http://schemas.microsoft.com/office/drawing/2014/main" id="{56B53AF6-B139-48E4-B8B2-15266DC4DC45}"/>
              </a:ext>
            </a:extLst>
          </p:cNvPr>
          <p:cNvSpPr>
            <a:spLocks noGrp="1"/>
          </p:cNvSpPr>
          <p:nvPr>
            <p:ph type="dt" sz="half" idx="17"/>
          </p:nvPr>
        </p:nvSpPr>
        <p:spPr/>
        <p:txBody>
          <a:bodyPr/>
          <a:lstStyle/>
          <a:p>
            <a:fld id="{82E39379-6D8A-2F40-BC9D-8BFA07414157}" type="datetime1">
              <a:rPr lang="nb-NO" smtClean="0"/>
              <a:t>06.10.2026</a:t>
            </a:fld>
            <a:endParaRPr lang="nb-NO"/>
          </a:p>
        </p:txBody>
      </p:sp>
      <p:sp>
        <p:nvSpPr>
          <p:cNvPr id="19" name="Plassholder for bunntekst 18">
            <a:extLst>
              <a:ext uri="{FF2B5EF4-FFF2-40B4-BE49-F238E27FC236}">
                <a16:creationId xmlns:a16="http://schemas.microsoft.com/office/drawing/2014/main" id="{1EEE1C09-86BF-4F2C-8464-4675F6B481B1}"/>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34EC6E11-8AB0-4BC8-93DC-407904FA9CDC}"/>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48588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orside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507"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50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1" name="Plassholder for dato 20">
            <a:extLst>
              <a:ext uri="{FF2B5EF4-FFF2-40B4-BE49-F238E27FC236}">
                <a16:creationId xmlns:a16="http://schemas.microsoft.com/office/drawing/2014/main" id="{A89FCEFC-C9A7-48DC-A2F7-BE4D4DA94CF7}"/>
              </a:ext>
            </a:extLst>
          </p:cNvPr>
          <p:cNvSpPr>
            <a:spLocks noGrp="1"/>
          </p:cNvSpPr>
          <p:nvPr>
            <p:ph type="dt" sz="half" idx="17"/>
          </p:nvPr>
        </p:nvSpPr>
        <p:spPr/>
        <p:txBody>
          <a:bodyPr/>
          <a:lstStyle/>
          <a:p>
            <a:fld id="{32DDBFCF-FA8B-7A40-808A-124DE0789804}" type="datetime1">
              <a:rPr lang="nb-NO" smtClean="0"/>
              <a:t>06.10.2026</a:t>
            </a:fld>
            <a:endParaRPr lang="nb-NO"/>
          </a:p>
        </p:txBody>
      </p:sp>
      <p:sp>
        <p:nvSpPr>
          <p:cNvPr id="22" name="Plassholder for bunntekst 21">
            <a:extLst>
              <a:ext uri="{FF2B5EF4-FFF2-40B4-BE49-F238E27FC236}">
                <a16:creationId xmlns:a16="http://schemas.microsoft.com/office/drawing/2014/main" id="{86F6B1E1-7108-4CA0-9B2D-EC94564CFD5C}"/>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3" name="Plassholder for lysbildenummer 22">
            <a:extLst>
              <a:ext uri="{FF2B5EF4-FFF2-40B4-BE49-F238E27FC236}">
                <a16:creationId xmlns:a16="http://schemas.microsoft.com/office/drawing/2014/main" id="{60A9F8C1-89C0-4B7B-9A1C-3CEF3EA77DD4}"/>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7678585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Forside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38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38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8774"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70DF801A-44A6-423A-BF4C-1FE70682DC7B}"/>
              </a:ext>
            </a:extLst>
          </p:cNvPr>
          <p:cNvSpPr>
            <a:spLocks noGrp="1"/>
          </p:cNvSpPr>
          <p:nvPr>
            <p:ph type="dt" sz="half" idx="17"/>
          </p:nvPr>
        </p:nvSpPr>
        <p:spPr/>
        <p:txBody>
          <a:bodyPr/>
          <a:lstStyle/>
          <a:p>
            <a:fld id="{EDFB3256-400C-5A4E-8683-C5AFF0ED730D}" type="datetime1">
              <a:rPr lang="nb-NO" smtClean="0"/>
              <a:t>06.10.2026</a:t>
            </a:fld>
            <a:endParaRPr lang="nb-NO"/>
          </a:p>
        </p:txBody>
      </p:sp>
      <p:sp>
        <p:nvSpPr>
          <p:cNvPr id="8" name="Plassholder for bunntekst 7">
            <a:extLst>
              <a:ext uri="{FF2B5EF4-FFF2-40B4-BE49-F238E27FC236}">
                <a16:creationId xmlns:a16="http://schemas.microsoft.com/office/drawing/2014/main" id="{3BAE66B1-31BF-4A40-98BB-F23031F6D52D}"/>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DEC930FD-CA96-49B1-B552-D06E67071637}"/>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26889017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orside, samarbeid">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9" name="Plassholder for dato 18">
            <a:extLst>
              <a:ext uri="{FF2B5EF4-FFF2-40B4-BE49-F238E27FC236}">
                <a16:creationId xmlns:a16="http://schemas.microsoft.com/office/drawing/2014/main" id="{D92300A2-C93F-436A-A8E9-E76E890344C4}"/>
              </a:ext>
            </a:extLst>
          </p:cNvPr>
          <p:cNvSpPr>
            <a:spLocks noGrp="1"/>
          </p:cNvSpPr>
          <p:nvPr>
            <p:ph type="dt" sz="half" idx="16"/>
          </p:nvPr>
        </p:nvSpPr>
        <p:spPr/>
        <p:txBody>
          <a:bodyPr/>
          <a:lstStyle/>
          <a:p>
            <a:fld id="{710D251D-A500-B44A-9332-BDBBDA56C6A2}" type="datetime1">
              <a:rPr lang="nb-NO" smtClean="0"/>
              <a:t>06.10.2026</a:t>
            </a:fld>
            <a:endParaRPr lang="nb-NO"/>
          </a:p>
        </p:txBody>
      </p:sp>
      <p:sp>
        <p:nvSpPr>
          <p:cNvPr id="20" name="Plassholder for bunntekst 19">
            <a:extLst>
              <a:ext uri="{FF2B5EF4-FFF2-40B4-BE49-F238E27FC236}">
                <a16:creationId xmlns:a16="http://schemas.microsoft.com/office/drawing/2014/main" id="{57E1B67A-48D1-4E05-B780-6CFCC1949688}"/>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03FECDC5-AA49-4FC4-BAFD-0FF7FC54F45E}"/>
              </a:ext>
            </a:extLst>
          </p:cNvPr>
          <p:cNvSpPr>
            <a:spLocks noGrp="1"/>
          </p:cNvSpPr>
          <p:nvPr>
            <p:ph type="sldNum" sz="quarter" idx="18"/>
          </p:nvPr>
        </p:nvSpPr>
        <p:spPr/>
        <p:txBody>
          <a:bodyPr/>
          <a:lstStyle/>
          <a:p>
            <a:fld id="{5751DFAA-887F-4071-8EAD-E8CA316FCF06}" type="slidenum">
              <a:rPr lang="nb-NO" smtClean="0"/>
              <a:pPr/>
              <a:t>‹#›</a:t>
            </a:fld>
            <a:endParaRPr lang="nb-NO"/>
          </a:p>
        </p:txBody>
      </p:sp>
      <p:sp>
        <p:nvSpPr>
          <p:cNvPr id="5" name="Plassholder for bilde 4">
            <a:extLst>
              <a:ext uri="{FF2B5EF4-FFF2-40B4-BE49-F238E27FC236}">
                <a16:creationId xmlns:a16="http://schemas.microsoft.com/office/drawing/2014/main" id="{E18F7118-4BBA-4894-9865-C9BC85EE8D99}"/>
              </a:ext>
            </a:extLst>
          </p:cNvPr>
          <p:cNvSpPr>
            <a:spLocks noGrp="1"/>
          </p:cNvSpPr>
          <p:nvPr>
            <p:ph type="pic" sz="quarter" idx="20" hasCustomPrompt="1"/>
          </p:nvPr>
        </p:nvSpPr>
        <p:spPr>
          <a:xfrm>
            <a:off x="1566196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581145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963894"/>
            <a:ext cx="9876377"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987637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7" name="Plassholder for dato 6">
            <a:extLst>
              <a:ext uri="{FF2B5EF4-FFF2-40B4-BE49-F238E27FC236}">
                <a16:creationId xmlns:a16="http://schemas.microsoft.com/office/drawing/2014/main" id="{9C9975B5-4B5A-4A2F-BFDB-CB07FFF41FA2}"/>
              </a:ext>
            </a:extLst>
          </p:cNvPr>
          <p:cNvSpPr>
            <a:spLocks noGrp="1"/>
          </p:cNvSpPr>
          <p:nvPr>
            <p:ph type="dt" sz="half" idx="17"/>
          </p:nvPr>
        </p:nvSpPr>
        <p:spPr/>
        <p:txBody>
          <a:bodyPr/>
          <a:lstStyle/>
          <a:p>
            <a:fld id="{007D4310-A029-D244-896B-89DA566B4BB7}" type="datetime1">
              <a:rPr lang="nb-NO" smtClean="0"/>
              <a:t>06.10.2026</a:t>
            </a:fld>
            <a:endParaRPr lang="nb-NO"/>
          </a:p>
        </p:txBody>
      </p:sp>
      <p:sp>
        <p:nvSpPr>
          <p:cNvPr id="8" name="Plassholder for bunntekst 7">
            <a:extLst>
              <a:ext uri="{FF2B5EF4-FFF2-40B4-BE49-F238E27FC236}">
                <a16:creationId xmlns:a16="http://schemas.microsoft.com/office/drawing/2014/main" id="{32A4462D-B68E-4569-9BEC-C576B12E203A}"/>
              </a:ext>
            </a:extLst>
          </p:cNvPr>
          <p:cNvSpPr>
            <a:spLocks noGrp="1"/>
          </p:cNvSpPr>
          <p:nvPr>
            <p:ph type="ftr" sz="quarter" idx="18"/>
          </p:nvPr>
        </p:nvSpPr>
        <p:spPr>
          <a:xfrm>
            <a:off x="972122" y="7668520"/>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2D0123D4-9C42-4ABB-9A5B-37874E90FD25}"/>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C58DDDE6-A7EF-4EF2-98F8-7C8C432B202F}"/>
              </a:ext>
            </a:extLst>
          </p:cNvPr>
          <p:cNvSpPr>
            <a:spLocks noGrp="1"/>
          </p:cNvSpPr>
          <p:nvPr>
            <p:ph type="pic" sz="quarter" idx="20" hasCustomPrompt="1"/>
          </p:nvPr>
        </p:nvSpPr>
        <p:spPr>
          <a:xfrm>
            <a:off x="10135267"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39180391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85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85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7" name="Plassholder for dato 6">
            <a:extLst>
              <a:ext uri="{FF2B5EF4-FFF2-40B4-BE49-F238E27FC236}">
                <a16:creationId xmlns:a16="http://schemas.microsoft.com/office/drawing/2014/main" id="{C8943FA9-1FC1-4CA6-9987-51D4A224B782}"/>
              </a:ext>
            </a:extLst>
          </p:cNvPr>
          <p:cNvSpPr>
            <a:spLocks noGrp="1"/>
          </p:cNvSpPr>
          <p:nvPr>
            <p:ph type="dt" sz="half" idx="17"/>
          </p:nvPr>
        </p:nvSpPr>
        <p:spPr/>
        <p:txBody>
          <a:bodyPr/>
          <a:lstStyle/>
          <a:p>
            <a:fld id="{632A589A-55B6-DE4F-A17C-00B396FD2ABE}" type="datetime1">
              <a:rPr lang="nb-NO" smtClean="0"/>
              <a:t>06.10.2026</a:t>
            </a:fld>
            <a:endParaRPr lang="nb-NO"/>
          </a:p>
        </p:txBody>
      </p:sp>
      <p:sp>
        <p:nvSpPr>
          <p:cNvPr id="8" name="Plassholder for bunntekst 7">
            <a:extLst>
              <a:ext uri="{FF2B5EF4-FFF2-40B4-BE49-F238E27FC236}">
                <a16:creationId xmlns:a16="http://schemas.microsoft.com/office/drawing/2014/main" id="{26AB9857-A3BC-4168-94D2-E16B4C9D7E0D}"/>
              </a:ext>
            </a:extLst>
          </p:cNvPr>
          <p:cNvSpPr>
            <a:spLocks noGrp="1"/>
          </p:cNvSpPr>
          <p:nvPr>
            <p:ph type="ftr" sz="quarter" idx="18"/>
          </p:nvPr>
        </p:nvSpPr>
        <p:spPr>
          <a:xfrm>
            <a:off x="972122" y="7668521"/>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C95D276C-EFB8-4B16-B8EC-3B53CBDB3477}"/>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D8135442-1495-4020-900D-917070638299}"/>
              </a:ext>
            </a:extLst>
          </p:cNvPr>
          <p:cNvSpPr>
            <a:spLocks noGrp="1"/>
          </p:cNvSpPr>
          <p:nvPr>
            <p:ph type="pic" sz="quarter" idx="20" hasCustomPrompt="1"/>
          </p:nvPr>
        </p:nvSpPr>
        <p:spPr>
          <a:xfrm>
            <a:off x="751774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2103541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723"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723"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9688"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322CBC60-2F96-4955-8CB7-A723C0337AF7}"/>
              </a:ext>
            </a:extLst>
          </p:cNvPr>
          <p:cNvSpPr>
            <a:spLocks noGrp="1"/>
          </p:cNvSpPr>
          <p:nvPr>
            <p:ph type="dt" sz="half" idx="17"/>
          </p:nvPr>
        </p:nvSpPr>
        <p:spPr/>
        <p:txBody>
          <a:bodyPr/>
          <a:lstStyle/>
          <a:p>
            <a:fld id="{0FD87C17-3D40-824B-B05B-BFCD0446F5E6}" type="datetime1">
              <a:rPr lang="nb-NO" smtClean="0"/>
              <a:t>06.10.2026</a:t>
            </a:fld>
            <a:endParaRPr lang="nb-NO"/>
          </a:p>
        </p:txBody>
      </p:sp>
      <p:sp>
        <p:nvSpPr>
          <p:cNvPr id="8" name="Plassholder for bunntekst 7">
            <a:extLst>
              <a:ext uri="{FF2B5EF4-FFF2-40B4-BE49-F238E27FC236}">
                <a16:creationId xmlns:a16="http://schemas.microsoft.com/office/drawing/2014/main" id="{734F802C-71FE-47BA-816D-423460A9EB6E}"/>
              </a:ext>
            </a:extLst>
          </p:cNvPr>
          <p:cNvSpPr>
            <a:spLocks noGrp="1"/>
          </p:cNvSpPr>
          <p:nvPr>
            <p:ph type="ftr" sz="quarter" idx="18"/>
          </p:nvPr>
        </p:nvSpPr>
        <p:spPr>
          <a:xfrm>
            <a:off x="971551" y="7661755"/>
            <a:ext cx="4637723"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8D2008E8-13A1-4052-91CA-FD29ACBA8C5A}"/>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66EBDB16-4B51-4813-AB2B-6B7738B506C9}"/>
              </a:ext>
            </a:extLst>
          </p:cNvPr>
          <p:cNvSpPr>
            <a:spLocks noGrp="1"/>
          </p:cNvSpPr>
          <p:nvPr>
            <p:ph type="pic" sz="quarter" idx="20" hasCustomPrompt="1"/>
          </p:nvPr>
        </p:nvSpPr>
        <p:spPr>
          <a:xfrm>
            <a:off x="4896612"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5324423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dato 3"/>
          <p:cNvSpPr>
            <a:spLocks noGrp="1"/>
          </p:cNvSpPr>
          <p:nvPr>
            <p:ph type="dt" sz="half" idx="10"/>
          </p:nvPr>
        </p:nvSpPr>
        <p:spPr/>
        <p:txBody>
          <a:bodyPr/>
          <a:lstStyle/>
          <a:p>
            <a:fld id="{22A50806-F55B-C744-8978-4C0C6468AADF}"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86925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loverskrift stor">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4528153"/>
            <a:ext cx="15373922" cy="3323987"/>
          </a:xfrm>
        </p:spPr>
        <p:txBody>
          <a:bodyPr anchor="b">
            <a:normAutofit/>
          </a:bodyPr>
          <a:lstStyle>
            <a:lvl1pPr>
              <a:defRPr sz="120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1369391F-FD50-3E47-A811-8DD907C21AA3}"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4844641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loverskrift liten">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5560923"/>
            <a:ext cx="15373922" cy="2160591"/>
          </a:xfrm>
        </p:spPr>
        <p:txBody>
          <a:bodyPr anchor="b">
            <a:normAutofit/>
          </a:bodyPr>
          <a:lstStyle>
            <a:lvl1pPr>
              <a:defRPr sz="78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5B59A2FC-2C30-4947-A7A6-AC2A92F8BBB7}"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2057047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tel og 3x tekstboks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30188B56-E8AE-954A-B759-F15BEA611FC1}"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ssholder for tekst 6">
            <a:extLst>
              <a:ext uri="{FF2B5EF4-FFF2-40B4-BE49-F238E27FC236}">
                <a16:creationId xmlns:a16="http://schemas.microsoft.com/office/drawing/2014/main" id="{3633B4FE-1A74-4469-A955-AEC7C7511EFD}"/>
              </a:ext>
            </a:extLst>
          </p:cNvPr>
          <p:cNvSpPr>
            <a:spLocks noGrp="1"/>
          </p:cNvSpPr>
          <p:nvPr>
            <p:ph type="body" sz="quarter" idx="14"/>
          </p:nvPr>
        </p:nvSpPr>
        <p:spPr>
          <a:xfrm>
            <a:off x="1157544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59844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x tekstbokser og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11296269" y="-1"/>
            <a:ext cx="6048756" cy="9757220"/>
          </a:xfrm>
          <a:prstGeom prst="rect">
            <a:avLst/>
          </a:prstGeom>
          <a:blipFill>
            <a:blip/>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1" y="2374096"/>
            <a:ext cx="10027253" cy="664797"/>
          </a:xfrm>
        </p:spPr>
        <p:txBody>
          <a:bodyPr>
            <a:normAutofit/>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E7601AA-4730-A84C-A064-CFAA5BC67FD3}"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27098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tel, tekst og bilde">
    <p:spTree>
      <p:nvGrpSpPr>
        <p:cNvPr id="1" name=""/>
        <p:cNvGrpSpPr/>
        <p:nvPr/>
      </p:nvGrpSpPr>
      <p:grpSpPr>
        <a:xfrm>
          <a:off x="0" y="0"/>
          <a:ext cx="0" cy="0"/>
          <a:chOff x="0" y="0"/>
          <a:chExt cx="0" cy="0"/>
        </a:xfrm>
      </p:grpSpPr>
      <p:sp>
        <p:nvSpPr>
          <p:cNvPr id="9" name="Plassholder for bilde 2">
            <a:extLst>
              <a:ext uri="{FF2B5EF4-FFF2-40B4-BE49-F238E27FC236}">
                <a16:creationId xmlns:a16="http://schemas.microsoft.com/office/drawing/2014/main" id="{BBBCD936-BFAE-449A-8A24-0073D81BA783}"/>
              </a:ext>
            </a:extLst>
          </p:cNvPr>
          <p:cNvSpPr>
            <a:spLocks noGrp="1"/>
          </p:cNvSpPr>
          <p:nvPr>
            <p:ph type="pic" sz="quarter" idx="16"/>
          </p:nvPr>
        </p:nvSpPr>
        <p:spPr>
          <a:xfrm>
            <a:off x="11296269" y="-1"/>
            <a:ext cx="6048756" cy="9757220"/>
          </a:xfrm>
          <a:prstGeom prst="rect">
            <a:avLst/>
          </a:prstGeom>
          <a:blipFill>
            <a:blip/>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2374096"/>
            <a:ext cx="10027254" cy="664797"/>
          </a:xfrm>
        </p:spPr>
        <p:txBody>
          <a:bodyPr>
            <a:normAutofit/>
          </a:bodyPr>
          <a:lstStyle>
            <a:lvl1pPr>
              <a:defRPr/>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EAC17955-FBE0-DB42-8D8A-D33972F81DD1}"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10027254"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95090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tel, tekst og stort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chor="t" anchorCtr="1">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1709298"/>
            <a:ext cx="4860608" cy="1329595"/>
          </a:xfrm>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A26B6363-52F4-B149-86AB-4653E581E119}" type="datetime1">
              <a:rPr lang="nb-NO" smtClean="0"/>
              <a:t>06.10.2026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lgn="r">
              <a:defRPr>
                <a:solidFill>
                  <a:schemeClr val="accent1"/>
                </a:solidFill>
              </a:defRPr>
            </a:lvl1pPr>
          </a:lstStyle>
          <a:p>
            <a:fld id="{5751DFAA-887F-4071-8EAD-E8CA316FCF06}" type="slidenum">
              <a:rPr lang="nb-NO" smtClean="0"/>
              <a:pPr/>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4860608"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60424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Helsides bilde">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7E55B23D-A101-4B76-A4BE-631E88A6A755}"/>
              </a:ext>
            </a:extLst>
          </p:cNvPr>
          <p:cNvSpPr>
            <a:spLocks noGrp="1"/>
          </p:cNvSpPr>
          <p:nvPr>
            <p:ph type="pic" sz="quarter" idx="16"/>
          </p:nvPr>
        </p:nvSpPr>
        <p:spPr>
          <a:xfrm>
            <a:off x="0" y="0"/>
            <a:ext cx="17345025" cy="9757220"/>
          </a:xfrm>
          <a:prstGeom prst="rect">
            <a:avLst/>
          </a:prstGeom>
          <a:blipFill>
            <a:blip/>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Plassholder for dato 1"/>
          <p:cNvSpPr>
            <a:spLocks noGrp="1"/>
          </p:cNvSpPr>
          <p:nvPr>
            <p:ph type="dt" sz="half" idx="10"/>
          </p:nvPr>
        </p:nvSpPr>
        <p:spPr/>
        <p:txBody>
          <a:bodyPr/>
          <a:lstStyle>
            <a:lvl1pPr>
              <a:defRPr>
                <a:solidFill>
                  <a:schemeClr val="accent1"/>
                </a:solidFill>
              </a:defRPr>
            </a:lvl1pPr>
          </a:lstStyle>
          <a:p>
            <a:fld id="{8AB852EC-02F5-6C4D-BEFB-51B1F76722C9}" type="datetime1">
              <a:rPr lang="nb-NO" smtClean="0"/>
              <a:t>06.10.2026</a:t>
            </a:fld>
            <a:endParaRPr lang="nb-NO"/>
          </a:p>
        </p:txBody>
      </p:sp>
      <p:sp>
        <p:nvSpPr>
          <p:cNvPr id="3" name="Plassholder for bunntekst 2"/>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4" name="Plassholder for lysbildenummer 3"/>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11" name="Plassholder for tekst 10">
            <a:extLst>
              <a:ext uri="{FF2B5EF4-FFF2-40B4-BE49-F238E27FC236}">
                <a16:creationId xmlns:a16="http://schemas.microsoft.com/office/drawing/2014/main" id="{10E39287-A8EF-4C34-A1FC-3948F2552699}"/>
              </a:ext>
            </a:extLst>
          </p:cNvPr>
          <p:cNvSpPr>
            <a:spLocks noGrp="1"/>
          </p:cNvSpPr>
          <p:nvPr>
            <p:ph type="body" idx="13" hasCustomPrompt="1"/>
          </p:nvPr>
        </p:nvSpPr>
        <p:spPr>
          <a:xfrm>
            <a:off x="972122" y="972122"/>
            <a:ext cx="1004318" cy="595885"/>
          </a:xfrm>
          <a:blipFill>
            <a:blip/>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10B431D3-7494-4FBC-B3D0-A66DB1B545B5}"/>
              </a:ext>
            </a:extLst>
          </p:cNvPr>
          <p:cNvSpPr>
            <a:spLocks noGrp="1"/>
          </p:cNvSpPr>
          <p:nvPr>
            <p:ph type="body" sz="quarter" idx="14" hasCustomPrompt="1"/>
          </p:nvPr>
        </p:nvSpPr>
        <p:spPr>
          <a:xfrm>
            <a:off x="972123" y="8774297"/>
            <a:ext cx="2313437" cy="272797"/>
          </a:xfrm>
          <a:prstGeom prst="rect">
            <a:avLst/>
          </a:prstGeom>
          <a:blipFill>
            <a:blip/>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40847756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tat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972122" y="4517203"/>
            <a:ext cx="15373922" cy="3240887"/>
          </a:xfrm>
        </p:spPr>
        <p:txBody>
          <a:bodyPr anchor="b">
            <a:normAutofit/>
          </a:bodyPr>
          <a:lstStyle>
            <a:lvl1pPr>
              <a:defRPr sz="7800" cap="all" baseline="0"/>
            </a:lvl1pPr>
          </a:lstStyle>
          <a:p>
            <a:r>
              <a:rPr lang="nb-NO"/>
              <a:t>Klikk for å legge til sitat</a:t>
            </a:r>
          </a:p>
        </p:txBody>
      </p:sp>
      <p:sp>
        <p:nvSpPr>
          <p:cNvPr id="4" name="Plassholder for dato 3"/>
          <p:cNvSpPr>
            <a:spLocks noGrp="1"/>
          </p:cNvSpPr>
          <p:nvPr>
            <p:ph type="dt" sz="half" idx="10"/>
          </p:nvPr>
        </p:nvSpPr>
        <p:spPr/>
        <p:txBody>
          <a:bodyPr/>
          <a:lstStyle/>
          <a:p>
            <a:fld id="{78B71FCC-7ED5-1B45-8468-F710B7C1B0CB}" type="datetime1">
              <a:rPr lang="nb-NO" smtClean="0"/>
              <a:t>06.10.2026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lvl1pPr>
          </a:lstStyle>
          <a:p>
            <a:pPr lvl="0"/>
            <a:r>
              <a:rPr lang="en-US" err="1"/>
              <a:t>Sitert</a:t>
            </a:r>
            <a:r>
              <a:rPr lang="en-US"/>
              <a:t> </a:t>
            </a:r>
            <a:r>
              <a:rPr lang="en-US" err="1"/>
              <a:t>Kilde</a:t>
            </a:r>
            <a:endParaRPr lang="en-US"/>
          </a:p>
        </p:txBody>
      </p:sp>
    </p:spTree>
    <p:extLst>
      <p:ext uri="{BB962C8B-B14F-4D97-AF65-F5344CB8AC3E}">
        <p14:creationId xmlns:p14="http://schemas.microsoft.com/office/powerpoint/2010/main" val="6607060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itatside /m bildebakgrunn">
    <p:bg>
      <p:bgPr>
        <a:solidFill>
          <a:schemeClr val="lt1"/>
        </a:solidFill>
        <a:effectLst/>
      </p:bgPr>
    </p:bg>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CCCE99AD-0406-40AA-BCE7-C39ABF192C27}"/>
              </a:ext>
            </a:extLst>
          </p:cNvPr>
          <p:cNvSpPr>
            <a:spLocks noGrp="1"/>
          </p:cNvSpPr>
          <p:nvPr>
            <p:ph type="pic" sz="quarter" idx="16"/>
          </p:nvPr>
        </p:nvSpPr>
        <p:spPr>
          <a:xfrm>
            <a:off x="0" y="0"/>
            <a:ext cx="17345025" cy="9757220"/>
          </a:xfrm>
          <a:prstGeom prst="rect">
            <a:avLst/>
          </a:prstGeom>
          <a:blipFill>
            <a:blip/>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hasCustomPrompt="1"/>
          </p:nvPr>
        </p:nvSpPr>
        <p:spPr>
          <a:xfrm>
            <a:off x="972122" y="5597499"/>
            <a:ext cx="15373922" cy="2160591"/>
          </a:xfrm>
        </p:spPr>
        <p:txBody>
          <a:bodyPr anchor="b">
            <a:normAutofit/>
          </a:bodyPr>
          <a:lstStyle>
            <a:lvl1pPr>
              <a:defRPr sz="7800" cap="all" baseline="0">
                <a:solidFill>
                  <a:schemeClr val="accent1"/>
                </a:solidFill>
              </a:defRPr>
            </a:lvl1pPr>
          </a:lstStyle>
          <a:p>
            <a:r>
              <a:rPr lang="nb-NO"/>
              <a:t>Klikk for å legge til sitat</a:t>
            </a:r>
          </a:p>
        </p:txBody>
      </p:sp>
      <p:sp>
        <p:nvSpPr>
          <p:cNvPr id="4" name="Plassholder for dato 3"/>
          <p:cNvSpPr>
            <a:spLocks noGrp="1"/>
          </p:cNvSpPr>
          <p:nvPr>
            <p:ph type="dt" sz="half" idx="10"/>
          </p:nvPr>
        </p:nvSpPr>
        <p:spPr/>
        <p:txBody>
          <a:bodyPr/>
          <a:lstStyle>
            <a:lvl1pPr>
              <a:defRPr>
                <a:solidFill>
                  <a:schemeClr val="accent1"/>
                </a:solidFill>
              </a:defRPr>
            </a:lvl1pPr>
          </a:lstStyle>
          <a:p>
            <a:fld id="{B43626B5-3E08-9C43-8DDA-FC9DE9624EB5}" type="datetime1">
              <a:rPr lang="nb-NO" smtClean="0"/>
              <a:t>06.10.2026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solidFill>
                  <a:schemeClr val="accent1"/>
                </a:solidFill>
              </a:defRPr>
            </a:lvl1pPr>
          </a:lstStyle>
          <a:p>
            <a:pPr lvl="0"/>
            <a:r>
              <a:rPr lang="en-US" err="1"/>
              <a:t>Sitert</a:t>
            </a:r>
            <a:r>
              <a:rPr lang="en-US"/>
              <a:t> </a:t>
            </a:r>
            <a:r>
              <a:rPr lang="en-US" err="1"/>
              <a:t>Kilde</a:t>
            </a:r>
            <a:endParaRPr lang="en-US"/>
          </a:p>
        </p:txBody>
      </p:sp>
      <p:sp>
        <p:nvSpPr>
          <p:cNvPr id="11" name="Plassholder for tekst 10">
            <a:extLst>
              <a:ext uri="{FF2B5EF4-FFF2-40B4-BE49-F238E27FC236}">
                <a16:creationId xmlns:a16="http://schemas.microsoft.com/office/drawing/2014/main" id="{A4AE70EA-EB2B-4642-8AB7-DC90C3F6A3D9}"/>
              </a:ext>
            </a:extLst>
          </p:cNvPr>
          <p:cNvSpPr>
            <a:spLocks noGrp="1"/>
          </p:cNvSpPr>
          <p:nvPr>
            <p:ph type="body" idx="14" hasCustomPrompt="1"/>
          </p:nvPr>
        </p:nvSpPr>
        <p:spPr>
          <a:xfrm>
            <a:off x="972122" y="972122"/>
            <a:ext cx="1004318" cy="595885"/>
          </a:xfrm>
          <a:blipFill>
            <a:blip/>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52CA5463-497B-4D4A-821F-C1642E29C5EC}"/>
              </a:ext>
            </a:extLst>
          </p:cNvPr>
          <p:cNvSpPr>
            <a:spLocks noGrp="1"/>
          </p:cNvSpPr>
          <p:nvPr>
            <p:ph type="body" sz="quarter" idx="15" hasCustomPrompt="1"/>
          </p:nvPr>
        </p:nvSpPr>
        <p:spPr>
          <a:xfrm>
            <a:off x="972123" y="8774297"/>
            <a:ext cx="2313437" cy="272797"/>
          </a:xfrm>
          <a:prstGeom prst="rect">
            <a:avLst/>
          </a:prstGeom>
          <a:blipFill>
            <a:blip/>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6337445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sz="half" idx="1"/>
          </p:nvPr>
        </p:nvSpPr>
        <p:spPr>
          <a:xfrm>
            <a:off x="972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innhold 3"/>
          <p:cNvSpPr>
            <a:spLocks noGrp="1"/>
          </p:cNvSpPr>
          <p:nvPr>
            <p:ph sz="half" idx="2"/>
          </p:nvPr>
        </p:nvSpPr>
        <p:spPr>
          <a:xfrm>
            <a:off x="8965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dato 4"/>
          <p:cNvSpPr>
            <a:spLocks noGrp="1"/>
          </p:cNvSpPr>
          <p:nvPr>
            <p:ph type="dt" sz="half" idx="10"/>
          </p:nvPr>
        </p:nvSpPr>
        <p:spPr/>
        <p:txBody>
          <a:bodyPr/>
          <a:lstStyle/>
          <a:p>
            <a:fld id="{85B7B548-9239-D543-B54C-D850213F4B10}" type="datetime1">
              <a:rPr lang="nb-NO" smtClean="0"/>
              <a:t>06.10.2026</a:t>
            </a:fld>
            <a:endParaRPr lang="nb-NO"/>
          </a:p>
        </p:txBody>
      </p:sp>
      <p:sp>
        <p:nvSpPr>
          <p:cNvPr id="6" name="Plassholder for bunntekst 5"/>
          <p:cNvSpPr>
            <a:spLocks noGrp="1"/>
          </p:cNvSpPr>
          <p:nvPr>
            <p:ph type="ftr" sz="quarter" idx="11"/>
          </p:nvPr>
        </p:nvSpPr>
        <p:spPr/>
        <p:txBody>
          <a:bodyPr/>
          <a:lstStyle/>
          <a:p>
            <a:r>
              <a:rPr lang="nb-NO"/>
              <a:t>Introduction to A.I - Umair M.I</a:t>
            </a:r>
          </a:p>
        </p:txBody>
      </p:sp>
      <p:sp>
        <p:nvSpPr>
          <p:cNvPr id="7" name="Plassholder for lysbildenummer 6"/>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4166280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3" name="Plassholder for tekst 2"/>
          <p:cNvSpPr>
            <a:spLocks noGrp="1"/>
          </p:cNvSpPr>
          <p:nvPr>
            <p:ph type="body" idx="1"/>
          </p:nvPr>
        </p:nvSpPr>
        <p:spPr>
          <a:xfrm>
            <a:off x="972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4" name="Plassholder for innhold 3"/>
          <p:cNvSpPr>
            <a:spLocks noGrp="1"/>
          </p:cNvSpPr>
          <p:nvPr>
            <p:ph sz="half" idx="2"/>
          </p:nvPr>
        </p:nvSpPr>
        <p:spPr>
          <a:xfrm>
            <a:off x="972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tekst 4"/>
          <p:cNvSpPr>
            <a:spLocks noGrp="1"/>
          </p:cNvSpPr>
          <p:nvPr>
            <p:ph type="body" sz="quarter" idx="3"/>
          </p:nvPr>
        </p:nvSpPr>
        <p:spPr>
          <a:xfrm>
            <a:off x="8965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6" name="Plassholder for innhold 5"/>
          <p:cNvSpPr>
            <a:spLocks noGrp="1"/>
          </p:cNvSpPr>
          <p:nvPr>
            <p:ph sz="quarter" idx="4"/>
          </p:nvPr>
        </p:nvSpPr>
        <p:spPr>
          <a:xfrm>
            <a:off x="8965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Plassholder for dato 6"/>
          <p:cNvSpPr>
            <a:spLocks noGrp="1"/>
          </p:cNvSpPr>
          <p:nvPr>
            <p:ph type="dt" sz="half" idx="10"/>
          </p:nvPr>
        </p:nvSpPr>
        <p:spPr/>
        <p:txBody>
          <a:bodyPr/>
          <a:lstStyle/>
          <a:p>
            <a:fld id="{AD1588FC-A99A-394C-93FD-BA71C81F8457}" type="datetime1">
              <a:rPr lang="nb-NO" smtClean="0"/>
              <a:t>06.10.2026</a:t>
            </a:fld>
            <a:endParaRPr lang="nb-NO"/>
          </a:p>
        </p:txBody>
      </p:sp>
      <p:sp>
        <p:nvSpPr>
          <p:cNvPr id="8" name="Plassholder for bunntekst 7"/>
          <p:cNvSpPr>
            <a:spLocks noGrp="1"/>
          </p:cNvSpPr>
          <p:nvPr>
            <p:ph type="ftr" sz="quarter" idx="11"/>
          </p:nvPr>
        </p:nvSpPr>
        <p:spPr/>
        <p:txBody>
          <a:bodyPr/>
          <a:lstStyle/>
          <a:p>
            <a:r>
              <a:rPr lang="nb-NO"/>
              <a:t>Introduction to A.I - Umair M.I</a:t>
            </a:r>
          </a:p>
        </p:txBody>
      </p:sp>
      <p:sp>
        <p:nvSpPr>
          <p:cNvPr id="9" name="Plassholder for lysbildenummer 8"/>
          <p:cNvSpPr>
            <a:spLocks noGrp="1"/>
          </p:cNvSpPr>
          <p:nvPr>
            <p:ph type="sldNum" sz="quarter" idx="12"/>
          </p:nvPr>
        </p:nvSpPr>
        <p:spPr/>
        <p:txBody>
          <a:bodyPr/>
          <a:lstStyle/>
          <a:p>
            <a:fld id="{5751DFAA-887F-4071-8EAD-E8CA316FCF06}" type="slidenum">
              <a:rPr lang="nb-NO" smtClean="0"/>
              <a:t>‹#›</a:t>
            </a:fld>
            <a:endParaRPr lang="nb-NO"/>
          </a:p>
        </p:txBody>
      </p:sp>
      <p:sp>
        <p:nvSpPr>
          <p:cNvPr id="10" name="Tittel 9">
            <a:extLst>
              <a:ext uri="{FF2B5EF4-FFF2-40B4-BE49-F238E27FC236}">
                <a16:creationId xmlns:a16="http://schemas.microsoft.com/office/drawing/2014/main" id="{2DA985E1-7DD2-458A-A77D-21904FB811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18195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E2E4D468-A8DD-DA45-B29D-99ABF2C593A2}" type="datetime1">
              <a:rPr lang="nb-NO" smtClean="0"/>
              <a:t>06.10.2026</a:t>
            </a:fld>
            <a:endParaRPr lang="nb-NO"/>
          </a:p>
        </p:txBody>
      </p:sp>
      <p:sp>
        <p:nvSpPr>
          <p:cNvPr id="4" name="Plassholder for bunntekst 3"/>
          <p:cNvSpPr>
            <a:spLocks noGrp="1"/>
          </p:cNvSpPr>
          <p:nvPr>
            <p:ph type="ftr" sz="quarter" idx="11"/>
          </p:nvPr>
        </p:nvSpPr>
        <p:spPr/>
        <p:txBody>
          <a:bodyPr/>
          <a:lstStyle/>
          <a:p>
            <a:r>
              <a:rPr lang="nb-NO"/>
              <a:t>Introduction to A.I - Umair M.I</a:t>
            </a:r>
          </a:p>
        </p:txBody>
      </p:sp>
      <p:sp>
        <p:nvSpPr>
          <p:cNvPr id="5" name="Plassholder for lysbildenummer 4"/>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6109871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10AE1ECB-6C31-2B4A-8B8C-CD864090A2C4}" type="datetime1">
              <a:rPr lang="nb-NO" smtClean="0"/>
              <a:t>06.10.2026</a:t>
            </a:fld>
            <a:endParaRPr lang="nb-NO"/>
          </a:p>
        </p:txBody>
      </p:sp>
      <p:sp>
        <p:nvSpPr>
          <p:cNvPr id="3" name="Plassholder for bunntekst 2"/>
          <p:cNvSpPr>
            <a:spLocks noGrp="1"/>
          </p:cNvSpPr>
          <p:nvPr>
            <p:ph type="ftr" sz="quarter" idx="11"/>
          </p:nvPr>
        </p:nvSpPr>
        <p:spPr/>
        <p:txBody>
          <a:bodyPr/>
          <a:lstStyle/>
          <a:p>
            <a:r>
              <a:rPr lang="nb-NO"/>
              <a:t>Introduction to A.I -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7598631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tel og innhold">
    <p:bg>
      <p:bgPr>
        <a:solidFill>
          <a:schemeClr val="bg1"/>
        </a:solidFill>
        <a:effectLst/>
      </p:bgPr>
    </p:bg>
    <p:spTree>
      <p:nvGrpSpPr>
        <p:cNvPr id="1" name=""/>
        <p:cNvGrpSpPr/>
        <p:nvPr/>
      </p:nvGrpSpPr>
      <p:grpSpPr>
        <a:xfrm>
          <a:off x="0" y="0"/>
          <a:ext cx="0" cy="0"/>
          <a:chOff x="0" y="0"/>
          <a:chExt cx="0" cy="0"/>
        </a:xfrm>
      </p:grpSpPr>
      <p:sp>
        <p:nvSpPr>
          <p:cNvPr id="11" name="Plassholder for lysbildenummer 10">
            <a:extLst>
              <a:ext uri="{FF2B5EF4-FFF2-40B4-BE49-F238E27FC236}">
                <a16:creationId xmlns:a16="http://schemas.microsoft.com/office/drawing/2014/main" id="{FC17120C-7617-4772-8446-9844541283DD}"/>
              </a:ext>
            </a:extLst>
          </p:cNvPr>
          <p:cNvSpPr>
            <a:spLocks noGrp="1"/>
          </p:cNvSpPr>
          <p:nvPr>
            <p:ph type="sldNum" sz="quarter" idx="19"/>
          </p:nvPr>
        </p:nvSpPr>
        <p:spPr/>
        <p:txBody>
          <a:bodyPr/>
          <a:lstStyle>
            <a:lvl1pPr>
              <a:defRPr b="0" i="0">
                <a:latin typeface="TID UI" panose="02000503000000020004" pitchFamily="2" charset="0"/>
              </a:defRPr>
            </a:lvl1pPr>
          </a:lstStyle>
          <a:p>
            <a:fld id="{99A50625-6FC4-47A0-A809-3A0B4628D5E7}" type="slidenum">
              <a:rPr lang="nb-NO" smtClean="0"/>
              <a:pPr/>
              <a:t>‹#›</a:t>
            </a:fld>
            <a:endParaRPr lang="nb-NO"/>
          </a:p>
        </p:txBody>
      </p:sp>
      <p:pic>
        <p:nvPicPr>
          <p:cNvPr id="13" name="Grafikk 12">
            <a:extLst>
              <a:ext uri="{FF2B5EF4-FFF2-40B4-BE49-F238E27FC236}">
                <a16:creationId xmlns:a16="http://schemas.microsoft.com/office/drawing/2014/main" id="{52515392-7AA4-ABDE-8723-F210496939A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08123" y="8787424"/>
            <a:ext cx="561463" cy="483761"/>
          </a:xfrm>
          <a:prstGeom prst="rect">
            <a:avLst/>
          </a:prstGeom>
        </p:spPr>
      </p:pic>
      <p:sp>
        <p:nvSpPr>
          <p:cNvPr id="5" name="Content Placeholder 4">
            <a:extLst>
              <a:ext uri="{FF2B5EF4-FFF2-40B4-BE49-F238E27FC236}">
                <a16:creationId xmlns:a16="http://schemas.microsoft.com/office/drawing/2014/main" id="{740F29F9-2A54-5A46-FEF5-1653C4C179D7}"/>
              </a:ext>
            </a:extLst>
          </p:cNvPr>
          <p:cNvSpPr>
            <a:spLocks noGrp="1"/>
          </p:cNvSpPr>
          <p:nvPr>
            <p:ph sz="quarter" idx="20"/>
          </p:nvPr>
        </p:nvSpPr>
        <p:spPr>
          <a:xfrm>
            <a:off x="937265" y="2823131"/>
            <a:ext cx="12857269" cy="6447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3" name="Title 2">
            <a:extLst>
              <a:ext uri="{FF2B5EF4-FFF2-40B4-BE49-F238E27FC236}">
                <a16:creationId xmlns:a16="http://schemas.microsoft.com/office/drawing/2014/main" id="{818FABF4-353A-5DD4-75A6-B43CC09DCC34}"/>
              </a:ext>
            </a:extLst>
          </p:cNvPr>
          <p:cNvSpPr>
            <a:spLocks noGrp="1"/>
          </p:cNvSpPr>
          <p:nvPr>
            <p:ph type="title"/>
          </p:nvPr>
        </p:nvSpPr>
        <p:spPr/>
        <p:txBody>
          <a:bodyPr/>
          <a:lstStyle/>
          <a:p>
            <a:r>
              <a:rPr lang="en-GB"/>
              <a:t>Click to edit Master title style</a:t>
            </a:r>
            <a:endParaRPr lang="nb-NO"/>
          </a:p>
        </p:txBody>
      </p:sp>
    </p:spTree>
    <p:extLst>
      <p:ext uri="{BB962C8B-B14F-4D97-AF65-F5344CB8AC3E}">
        <p14:creationId xmlns:p14="http://schemas.microsoft.com/office/powerpoint/2010/main" val="3205483286"/>
      </p:ext>
    </p:extLst>
  </p:cSld>
  <p:clrMapOvr>
    <a:masterClrMapping/>
  </p:clrMapOvr>
  <p:extLst>
    <p:ext uri="{DCECCB84-F9BA-43D5-87BE-67443E8EF086}">
      <p15:sldGuideLst xmlns:p15="http://schemas.microsoft.com/office/powerpoint/2012/main">
        <p15:guide id="1" orient="horz" pos="2156">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Kun tittel">
    <p:bg>
      <p:bgPr>
        <a:solidFill>
          <a:schemeClr val="bg1"/>
        </a:solidFill>
        <a:effectLst/>
      </p:bgPr>
    </p:bg>
    <p:spTree>
      <p:nvGrpSpPr>
        <p:cNvPr id="1" name=""/>
        <p:cNvGrpSpPr/>
        <p:nvPr/>
      </p:nvGrpSpPr>
      <p:grpSpPr>
        <a:xfrm>
          <a:off x="0" y="0"/>
          <a:ext cx="0" cy="0"/>
          <a:chOff x="0" y="0"/>
          <a:chExt cx="0" cy="0"/>
        </a:xfrm>
      </p:grpSpPr>
      <p:pic>
        <p:nvPicPr>
          <p:cNvPr id="5" name="Grafikk 4">
            <a:extLst>
              <a:ext uri="{FF2B5EF4-FFF2-40B4-BE49-F238E27FC236}">
                <a16:creationId xmlns:a16="http://schemas.microsoft.com/office/drawing/2014/main" id="{B8F88507-39B8-1DE5-A15B-82DC403F97A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12447" y="8783106"/>
            <a:ext cx="561463" cy="483761"/>
          </a:xfrm>
          <a:prstGeom prst="rect">
            <a:avLst/>
          </a:prstGeom>
        </p:spPr>
      </p:pic>
      <p:sp>
        <p:nvSpPr>
          <p:cNvPr id="3" name="Plassholder for lysbildenummer 10">
            <a:extLst>
              <a:ext uri="{FF2B5EF4-FFF2-40B4-BE49-F238E27FC236}">
                <a16:creationId xmlns:a16="http://schemas.microsoft.com/office/drawing/2014/main" id="{63C370AB-A826-0F24-A567-3A91149BA290}"/>
              </a:ext>
            </a:extLst>
          </p:cNvPr>
          <p:cNvSpPr>
            <a:spLocks noGrp="1"/>
          </p:cNvSpPr>
          <p:nvPr>
            <p:ph type="sldNum" sz="quarter" idx="19"/>
          </p:nvPr>
        </p:nvSpPr>
        <p:spPr>
          <a:xfrm>
            <a:off x="12975738" y="479369"/>
            <a:ext cx="3902885" cy="262593"/>
          </a:xfrm>
        </p:spPr>
        <p:txBody>
          <a:bodyPr/>
          <a:lstStyle>
            <a:lvl1pPr>
              <a:defRPr b="0" i="0">
                <a:latin typeface="TID UI" panose="02000503000000020004" pitchFamily="2" charset="0"/>
              </a:defRPr>
            </a:lvl1pPr>
          </a:lstStyle>
          <a:p>
            <a:fld id="{99A50625-6FC4-47A0-A809-3A0B4628D5E7}" type="slidenum">
              <a:rPr lang="nb-NO" smtClean="0"/>
              <a:pPr/>
              <a:t>‹#›</a:t>
            </a:fld>
            <a:endParaRPr lang="nb-NO"/>
          </a:p>
        </p:txBody>
      </p:sp>
      <p:sp>
        <p:nvSpPr>
          <p:cNvPr id="4" name="Title 3">
            <a:extLst>
              <a:ext uri="{FF2B5EF4-FFF2-40B4-BE49-F238E27FC236}">
                <a16:creationId xmlns:a16="http://schemas.microsoft.com/office/drawing/2014/main" id="{0DF1B6E3-B288-10E3-5069-2B39852E6A1C}"/>
              </a:ext>
            </a:extLst>
          </p:cNvPr>
          <p:cNvSpPr>
            <a:spLocks noGrp="1"/>
          </p:cNvSpPr>
          <p:nvPr>
            <p:ph type="title"/>
          </p:nvPr>
        </p:nvSpPr>
        <p:spPr/>
        <p:txBody>
          <a:bodyPr/>
          <a:lstStyle/>
          <a:p>
            <a:r>
              <a:rPr lang="en-GB"/>
              <a:t>Click to edit Master title style</a:t>
            </a:r>
            <a:endParaRPr lang="nb-NO"/>
          </a:p>
        </p:txBody>
      </p:sp>
    </p:spTree>
    <p:extLst>
      <p:ext uri="{BB962C8B-B14F-4D97-AF65-F5344CB8AC3E}">
        <p14:creationId xmlns:p14="http://schemas.microsoft.com/office/powerpoint/2010/main" val="23461567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o innholdsdeler">
    <p:bg>
      <p:bgPr>
        <a:solidFill>
          <a:schemeClr val="bg1"/>
        </a:solidFill>
        <a:effectLst/>
      </p:bgPr>
    </p:bg>
    <p:spTree>
      <p:nvGrpSpPr>
        <p:cNvPr id="1" name=""/>
        <p:cNvGrpSpPr/>
        <p:nvPr/>
      </p:nvGrpSpPr>
      <p:grpSpPr>
        <a:xfrm>
          <a:off x="0" y="0"/>
          <a:ext cx="0" cy="0"/>
          <a:chOff x="0" y="0"/>
          <a:chExt cx="0" cy="0"/>
        </a:xfrm>
      </p:grpSpPr>
      <p:sp>
        <p:nvSpPr>
          <p:cNvPr id="8" name="Plassholder for lysbildenummer 7">
            <a:extLst>
              <a:ext uri="{FF2B5EF4-FFF2-40B4-BE49-F238E27FC236}">
                <a16:creationId xmlns:a16="http://schemas.microsoft.com/office/drawing/2014/main" id="{22B5982B-6322-4389-806E-5F9A5662F6B2}"/>
              </a:ext>
            </a:extLst>
          </p:cNvPr>
          <p:cNvSpPr>
            <a:spLocks noGrp="1"/>
          </p:cNvSpPr>
          <p:nvPr>
            <p:ph type="sldNum" sz="quarter" idx="19"/>
          </p:nvPr>
        </p:nvSpPr>
        <p:spPr>
          <a:xfrm>
            <a:off x="16483596" y="479369"/>
            <a:ext cx="395028" cy="262593"/>
          </a:xfrm>
        </p:spPr>
        <p:txBody>
          <a:bodyPr/>
          <a:lstStyle>
            <a:lvl1pPr>
              <a:defRPr b="0" i="0">
                <a:latin typeface="TID UI" panose="02000503000000020004" pitchFamily="2" charset="0"/>
              </a:defRPr>
            </a:lvl1pPr>
          </a:lstStyle>
          <a:p>
            <a:fld id="{5E9836C9-296F-4D48-9D11-2B1B9E521275}" type="slidenum">
              <a:rPr lang="nb-NO" smtClean="0"/>
              <a:pPr/>
              <a:t>‹#›</a:t>
            </a:fld>
            <a:endParaRPr lang="nb-NO"/>
          </a:p>
        </p:txBody>
      </p:sp>
      <p:pic>
        <p:nvPicPr>
          <p:cNvPr id="5" name="Grafikk 4">
            <a:extLst>
              <a:ext uri="{FF2B5EF4-FFF2-40B4-BE49-F238E27FC236}">
                <a16:creationId xmlns:a16="http://schemas.microsoft.com/office/drawing/2014/main" id="{BC187FA0-031A-7731-9FE4-7089FF71145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08123" y="8787424"/>
            <a:ext cx="561463" cy="483761"/>
          </a:xfrm>
          <a:prstGeom prst="rect">
            <a:avLst/>
          </a:prstGeom>
        </p:spPr>
      </p:pic>
      <p:sp>
        <p:nvSpPr>
          <p:cNvPr id="7" name="Platshållare för innehåll 6">
            <a:extLst>
              <a:ext uri="{FF2B5EF4-FFF2-40B4-BE49-F238E27FC236}">
                <a16:creationId xmlns:a16="http://schemas.microsoft.com/office/drawing/2014/main" id="{8DF6E04F-9E1D-B8EC-B934-FE396CCBAEC7}"/>
              </a:ext>
            </a:extLst>
          </p:cNvPr>
          <p:cNvSpPr>
            <a:spLocks noGrp="1"/>
          </p:cNvSpPr>
          <p:nvPr>
            <p:ph sz="quarter" idx="20" hasCustomPrompt="1"/>
          </p:nvPr>
        </p:nvSpPr>
        <p:spPr>
          <a:xfrm>
            <a:off x="937326" y="1861730"/>
            <a:ext cx="7400510" cy="6786930"/>
          </a:xfrm>
        </p:spPr>
        <p:txBody>
          <a:bodyPr/>
          <a:lstStyle>
            <a:lvl1pPr>
              <a:defRPr/>
            </a:lvl1pPr>
          </a:lstStyle>
          <a:p>
            <a:pPr lvl="0"/>
            <a:r>
              <a:rPr lang="nb-NO"/>
              <a:t>Klikk for å legge til tekst</a:t>
            </a:r>
          </a:p>
          <a:p>
            <a:pPr lvl="1"/>
            <a:r>
              <a:rPr lang="nb-NO"/>
              <a:t>Nivå två</a:t>
            </a:r>
          </a:p>
          <a:p>
            <a:pPr lvl="2"/>
            <a:r>
              <a:rPr lang="nb-NO"/>
              <a:t>Nivå tre</a:t>
            </a:r>
          </a:p>
          <a:p>
            <a:pPr lvl="3"/>
            <a:r>
              <a:rPr lang="nb-NO"/>
              <a:t>Nivå fyra</a:t>
            </a:r>
          </a:p>
          <a:p>
            <a:pPr lvl="4"/>
            <a:r>
              <a:rPr lang="nb-NO"/>
              <a:t>Nivå fem</a:t>
            </a:r>
          </a:p>
        </p:txBody>
      </p:sp>
      <p:sp>
        <p:nvSpPr>
          <p:cNvPr id="9" name="Platshållare för innehåll 6">
            <a:extLst>
              <a:ext uri="{FF2B5EF4-FFF2-40B4-BE49-F238E27FC236}">
                <a16:creationId xmlns:a16="http://schemas.microsoft.com/office/drawing/2014/main" id="{0F36BC74-FBE8-A468-CB06-C1E42BA9F43C}"/>
              </a:ext>
            </a:extLst>
          </p:cNvPr>
          <p:cNvSpPr>
            <a:spLocks noGrp="1"/>
          </p:cNvSpPr>
          <p:nvPr>
            <p:ph sz="quarter" idx="21" hasCustomPrompt="1"/>
          </p:nvPr>
        </p:nvSpPr>
        <p:spPr>
          <a:xfrm>
            <a:off x="9018831" y="1861730"/>
            <a:ext cx="7859789" cy="6786930"/>
          </a:xfrm>
        </p:spPr>
        <p:txBody>
          <a:bodyPr/>
          <a:lstStyle>
            <a:lvl1pPr>
              <a:defRPr/>
            </a:lvl1pPr>
          </a:lstStyle>
          <a:p>
            <a:pPr lvl="0"/>
            <a:r>
              <a:rPr lang="nb-NO"/>
              <a:t>Klikk for å legge til tekst</a:t>
            </a:r>
          </a:p>
          <a:p>
            <a:pPr lvl="1"/>
            <a:r>
              <a:rPr lang="nb-NO"/>
              <a:t>Nivå två</a:t>
            </a:r>
          </a:p>
          <a:p>
            <a:pPr lvl="2"/>
            <a:r>
              <a:rPr lang="nb-NO"/>
              <a:t>Nivå tre</a:t>
            </a:r>
          </a:p>
          <a:p>
            <a:pPr lvl="3"/>
            <a:r>
              <a:rPr lang="nb-NO"/>
              <a:t>Nivå fyra</a:t>
            </a:r>
          </a:p>
          <a:p>
            <a:pPr lvl="4"/>
            <a:r>
              <a:rPr lang="nb-NO"/>
              <a:t>Nivå fem</a:t>
            </a:r>
          </a:p>
        </p:txBody>
      </p:sp>
      <p:sp>
        <p:nvSpPr>
          <p:cNvPr id="2" name="Title 1">
            <a:extLst>
              <a:ext uri="{FF2B5EF4-FFF2-40B4-BE49-F238E27FC236}">
                <a16:creationId xmlns:a16="http://schemas.microsoft.com/office/drawing/2014/main" id="{FCD86BFD-8C98-57BC-663B-F4C1E2AC5ABE}"/>
              </a:ext>
            </a:extLst>
          </p:cNvPr>
          <p:cNvSpPr>
            <a:spLocks noGrp="1"/>
          </p:cNvSpPr>
          <p:nvPr>
            <p:ph type="title"/>
          </p:nvPr>
        </p:nvSpPr>
        <p:spPr>
          <a:xfrm>
            <a:off x="937324" y="524814"/>
            <a:ext cx="15925897" cy="700249"/>
          </a:xfrm>
        </p:spPr>
        <p:txBody>
          <a:bodyPr/>
          <a:lstStyle/>
          <a:p>
            <a:r>
              <a:rPr lang="en-GB"/>
              <a:t>Click to edit Master title style</a:t>
            </a:r>
            <a:endParaRPr lang="nb-NO"/>
          </a:p>
        </p:txBody>
      </p:sp>
    </p:spTree>
    <p:extLst>
      <p:ext uri="{BB962C8B-B14F-4D97-AF65-F5344CB8AC3E}">
        <p14:creationId xmlns:p14="http://schemas.microsoft.com/office/powerpoint/2010/main" val="32716122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re innholdsdeler">
    <p:bg>
      <p:bgPr>
        <a:solidFill>
          <a:schemeClr val="bg1"/>
        </a:solidFill>
        <a:effectLst/>
      </p:bgPr>
    </p:bg>
    <p:spTree>
      <p:nvGrpSpPr>
        <p:cNvPr id="1" name=""/>
        <p:cNvGrpSpPr/>
        <p:nvPr/>
      </p:nvGrpSpPr>
      <p:grpSpPr>
        <a:xfrm>
          <a:off x="0" y="0"/>
          <a:ext cx="0" cy="0"/>
          <a:chOff x="0" y="0"/>
          <a:chExt cx="0" cy="0"/>
        </a:xfrm>
      </p:grpSpPr>
      <p:sp>
        <p:nvSpPr>
          <p:cNvPr id="8" name="Plassholder for lysbildenummer 7">
            <a:extLst>
              <a:ext uri="{FF2B5EF4-FFF2-40B4-BE49-F238E27FC236}">
                <a16:creationId xmlns:a16="http://schemas.microsoft.com/office/drawing/2014/main" id="{22B5982B-6322-4389-806E-5F9A5662F6B2}"/>
              </a:ext>
            </a:extLst>
          </p:cNvPr>
          <p:cNvSpPr>
            <a:spLocks noGrp="1"/>
          </p:cNvSpPr>
          <p:nvPr>
            <p:ph type="sldNum" sz="quarter" idx="19"/>
          </p:nvPr>
        </p:nvSpPr>
        <p:spPr>
          <a:xfrm>
            <a:off x="16483596" y="479369"/>
            <a:ext cx="395028" cy="262593"/>
          </a:xfrm>
        </p:spPr>
        <p:txBody>
          <a:bodyPr/>
          <a:lstStyle>
            <a:lvl1pPr>
              <a:defRPr b="0" i="0">
                <a:latin typeface="TID UI" panose="02000503000000020004" pitchFamily="2" charset="0"/>
              </a:defRPr>
            </a:lvl1pPr>
          </a:lstStyle>
          <a:p>
            <a:fld id="{5E9836C9-296F-4D48-9D11-2B1B9E521275}" type="slidenum">
              <a:rPr lang="nb-NO" smtClean="0"/>
              <a:pPr/>
              <a:t>‹#›</a:t>
            </a:fld>
            <a:endParaRPr lang="nb-NO"/>
          </a:p>
        </p:txBody>
      </p:sp>
      <p:pic>
        <p:nvPicPr>
          <p:cNvPr id="5" name="Grafikk 4">
            <a:extLst>
              <a:ext uri="{FF2B5EF4-FFF2-40B4-BE49-F238E27FC236}">
                <a16:creationId xmlns:a16="http://schemas.microsoft.com/office/drawing/2014/main" id="{BC187FA0-031A-7731-9FE4-7089FF71145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08123" y="8787424"/>
            <a:ext cx="561463" cy="483761"/>
          </a:xfrm>
          <a:prstGeom prst="rect">
            <a:avLst/>
          </a:prstGeom>
        </p:spPr>
      </p:pic>
      <p:sp>
        <p:nvSpPr>
          <p:cNvPr id="7" name="Platshållare för innehåll 6">
            <a:extLst>
              <a:ext uri="{FF2B5EF4-FFF2-40B4-BE49-F238E27FC236}">
                <a16:creationId xmlns:a16="http://schemas.microsoft.com/office/drawing/2014/main" id="{8DF6E04F-9E1D-B8EC-B934-FE396CCBAEC7}"/>
              </a:ext>
            </a:extLst>
          </p:cNvPr>
          <p:cNvSpPr>
            <a:spLocks noGrp="1"/>
          </p:cNvSpPr>
          <p:nvPr>
            <p:ph sz="quarter" idx="20" hasCustomPrompt="1"/>
          </p:nvPr>
        </p:nvSpPr>
        <p:spPr>
          <a:xfrm>
            <a:off x="946056" y="1861727"/>
            <a:ext cx="4913710" cy="6786932"/>
          </a:xfrm>
        </p:spPr>
        <p:txBody>
          <a:bodyPr/>
          <a:lstStyle>
            <a:lvl1pPr>
              <a:defRPr sz="2844"/>
            </a:lvl1pPr>
            <a:lvl2pPr>
              <a:defRPr sz="2560"/>
            </a:lvl2pPr>
          </a:lstStyle>
          <a:p>
            <a:pPr lvl="0"/>
            <a:r>
              <a:rPr lang="nb-NO"/>
              <a:t>Klikk for å legge til tekst</a:t>
            </a:r>
          </a:p>
          <a:p>
            <a:pPr lvl="1"/>
            <a:r>
              <a:rPr lang="nb-NO"/>
              <a:t>Nivå två</a:t>
            </a:r>
          </a:p>
          <a:p>
            <a:pPr lvl="2"/>
            <a:r>
              <a:rPr lang="nb-NO"/>
              <a:t>Nivå tre</a:t>
            </a:r>
          </a:p>
          <a:p>
            <a:pPr lvl="3"/>
            <a:r>
              <a:rPr lang="nb-NO"/>
              <a:t>Nivå fyra</a:t>
            </a:r>
          </a:p>
          <a:p>
            <a:pPr lvl="4"/>
            <a:r>
              <a:rPr lang="nb-NO"/>
              <a:t>Nivå fem</a:t>
            </a:r>
          </a:p>
        </p:txBody>
      </p:sp>
      <p:sp>
        <p:nvSpPr>
          <p:cNvPr id="2" name="Platshållare för innehåll 6">
            <a:extLst>
              <a:ext uri="{FF2B5EF4-FFF2-40B4-BE49-F238E27FC236}">
                <a16:creationId xmlns:a16="http://schemas.microsoft.com/office/drawing/2014/main" id="{525C3ABD-6B78-A1A2-07D8-B096464FB50D}"/>
              </a:ext>
            </a:extLst>
          </p:cNvPr>
          <p:cNvSpPr>
            <a:spLocks noGrp="1"/>
          </p:cNvSpPr>
          <p:nvPr>
            <p:ph sz="quarter" idx="21" hasCustomPrompt="1"/>
          </p:nvPr>
        </p:nvSpPr>
        <p:spPr>
          <a:xfrm>
            <a:off x="6450417" y="1861727"/>
            <a:ext cx="4913710" cy="6786932"/>
          </a:xfrm>
        </p:spPr>
        <p:txBody>
          <a:bodyPr/>
          <a:lstStyle>
            <a:lvl1pPr>
              <a:defRPr sz="2844"/>
            </a:lvl1pPr>
            <a:lvl2pPr>
              <a:defRPr sz="2560"/>
            </a:lvl2pPr>
          </a:lstStyle>
          <a:p>
            <a:pPr lvl="0"/>
            <a:r>
              <a:rPr lang="nb-NO"/>
              <a:t>Klikk for å legge til tekst</a:t>
            </a:r>
          </a:p>
          <a:p>
            <a:pPr lvl="1"/>
            <a:r>
              <a:rPr lang="nb-NO"/>
              <a:t>Nivå två</a:t>
            </a:r>
          </a:p>
          <a:p>
            <a:pPr lvl="2"/>
            <a:r>
              <a:rPr lang="nb-NO"/>
              <a:t>Nivå tre</a:t>
            </a:r>
          </a:p>
          <a:p>
            <a:pPr lvl="3"/>
            <a:r>
              <a:rPr lang="nb-NO"/>
              <a:t>Nivå fyra</a:t>
            </a:r>
          </a:p>
          <a:p>
            <a:pPr lvl="4"/>
            <a:r>
              <a:rPr lang="nb-NO"/>
              <a:t>Nivå fem</a:t>
            </a:r>
          </a:p>
        </p:txBody>
      </p:sp>
      <p:sp>
        <p:nvSpPr>
          <p:cNvPr id="3" name="Platshållare för innehåll 6">
            <a:extLst>
              <a:ext uri="{FF2B5EF4-FFF2-40B4-BE49-F238E27FC236}">
                <a16:creationId xmlns:a16="http://schemas.microsoft.com/office/drawing/2014/main" id="{233DA578-8563-22D7-44CA-A509707A019F}"/>
              </a:ext>
            </a:extLst>
          </p:cNvPr>
          <p:cNvSpPr>
            <a:spLocks noGrp="1"/>
          </p:cNvSpPr>
          <p:nvPr>
            <p:ph sz="quarter" idx="22" hasCustomPrompt="1"/>
          </p:nvPr>
        </p:nvSpPr>
        <p:spPr>
          <a:xfrm>
            <a:off x="11954779" y="1861730"/>
            <a:ext cx="4913710" cy="6786930"/>
          </a:xfrm>
        </p:spPr>
        <p:txBody>
          <a:bodyPr/>
          <a:lstStyle>
            <a:lvl1pPr>
              <a:defRPr sz="2844"/>
            </a:lvl1pPr>
            <a:lvl2pPr>
              <a:defRPr sz="2560"/>
            </a:lvl2pPr>
          </a:lstStyle>
          <a:p>
            <a:pPr lvl="0"/>
            <a:r>
              <a:rPr lang="nb-NO"/>
              <a:t>Klikk for å legge til tekst</a:t>
            </a:r>
          </a:p>
          <a:p>
            <a:pPr lvl="1"/>
            <a:r>
              <a:rPr lang="nb-NO"/>
              <a:t>Nivå två</a:t>
            </a:r>
          </a:p>
          <a:p>
            <a:pPr lvl="2"/>
            <a:r>
              <a:rPr lang="nb-NO"/>
              <a:t>Nivå tre</a:t>
            </a:r>
          </a:p>
          <a:p>
            <a:pPr lvl="3"/>
            <a:r>
              <a:rPr lang="nb-NO"/>
              <a:t>Nivå fyra</a:t>
            </a:r>
          </a:p>
          <a:p>
            <a:pPr lvl="4"/>
            <a:r>
              <a:rPr lang="nb-NO"/>
              <a:t>Nivå fem</a:t>
            </a:r>
          </a:p>
        </p:txBody>
      </p:sp>
      <p:sp>
        <p:nvSpPr>
          <p:cNvPr id="6" name="Title 5">
            <a:extLst>
              <a:ext uri="{FF2B5EF4-FFF2-40B4-BE49-F238E27FC236}">
                <a16:creationId xmlns:a16="http://schemas.microsoft.com/office/drawing/2014/main" id="{79480CDE-FC09-69D4-BCDD-69D2AC100C81}"/>
              </a:ext>
            </a:extLst>
          </p:cNvPr>
          <p:cNvSpPr>
            <a:spLocks noGrp="1"/>
          </p:cNvSpPr>
          <p:nvPr>
            <p:ph type="title"/>
          </p:nvPr>
        </p:nvSpPr>
        <p:spPr>
          <a:xfrm>
            <a:off x="937324" y="530603"/>
            <a:ext cx="15546270" cy="700249"/>
          </a:xfrm>
        </p:spPr>
        <p:txBody>
          <a:bodyPr/>
          <a:lstStyle/>
          <a:p>
            <a:r>
              <a:rPr lang="en-GB"/>
              <a:t>Click to edit Master title style</a:t>
            </a:r>
            <a:endParaRPr lang="nb-NO"/>
          </a:p>
        </p:txBody>
      </p:sp>
    </p:spTree>
    <p:extLst>
      <p:ext uri="{BB962C8B-B14F-4D97-AF65-F5344CB8AC3E}">
        <p14:creationId xmlns:p14="http://schemas.microsoft.com/office/powerpoint/2010/main" val="412891810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Illustrasjon venstre">
    <p:bg>
      <p:bgPr>
        <a:solidFill>
          <a:schemeClr val="bg1"/>
        </a:solidFill>
        <a:effectLst/>
      </p:bgPr>
    </p:bg>
    <p:spTree>
      <p:nvGrpSpPr>
        <p:cNvPr id="1" name=""/>
        <p:cNvGrpSpPr/>
        <p:nvPr/>
      </p:nvGrpSpPr>
      <p:grpSpPr>
        <a:xfrm>
          <a:off x="0" y="0"/>
          <a:ext cx="0" cy="0"/>
          <a:chOff x="0" y="0"/>
          <a:chExt cx="0" cy="0"/>
        </a:xfrm>
      </p:grpSpPr>
      <p:pic>
        <p:nvPicPr>
          <p:cNvPr id="10" name="Grafikk 9">
            <a:extLst>
              <a:ext uri="{FF2B5EF4-FFF2-40B4-BE49-F238E27FC236}">
                <a16:creationId xmlns:a16="http://schemas.microsoft.com/office/drawing/2014/main" id="{CD7285CD-5F72-30CA-EA00-B7E575884CA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08123" y="8787424"/>
            <a:ext cx="561463" cy="483761"/>
          </a:xfrm>
          <a:prstGeom prst="rect">
            <a:avLst/>
          </a:prstGeom>
        </p:spPr>
      </p:pic>
      <p:sp>
        <p:nvSpPr>
          <p:cNvPr id="13" name="Plassholder for lysbildenummer 10">
            <a:extLst>
              <a:ext uri="{FF2B5EF4-FFF2-40B4-BE49-F238E27FC236}">
                <a16:creationId xmlns:a16="http://schemas.microsoft.com/office/drawing/2014/main" id="{2A415211-C6C4-E7DE-4E2F-04CF3B6048C8}"/>
              </a:ext>
            </a:extLst>
          </p:cNvPr>
          <p:cNvSpPr>
            <a:spLocks noGrp="1"/>
          </p:cNvSpPr>
          <p:nvPr>
            <p:ph type="sldNum" sz="quarter" idx="19"/>
          </p:nvPr>
        </p:nvSpPr>
        <p:spPr>
          <a:xfrm>
            <a:off x="16101792" y="411224"/>
            <a:ext cx="776831" cy="271623"/>
          </a:xfrm>
        </p:spPr>
        <p:txBody>
          <a:bodyPr wrap="square" anchor="b" anchorCtr="0">
            <a:noAutofit/>
          </a:bodyPr>
          <a:lstStyle>
            <a:lvl1pPr algn="r">
              <a:defRPr b="0" i="0">
                <a:latin typeface="TID UI" panose="02000503000000020004" pitchFamily="2" charset="0"/>
              </a:defRPr>
            </a:lvl1pPr>
          </a:lstStyle>
          <a:p>
            <a:fld id="{6D65A19B-F501-47C9-98E5-3946BFE4C503}" type="slidenum">
              <a:rPr lang="nb-NO" smtClean="0"/>
              <a:pPr/>
              <a:t>‹#›</a:t>
            </a:fld>
            <a:endParaRPr lang="nb-NO"/>
          </a:p>
        </p:txBody>
      </p:sp>
      <p:sp>
        <p:nvSpPr>
          <p:cNvPr id="6" name="Title 5">
            <a:extLst>
              <a:ext uri="{FF2B5EF4-FFF2-40B4-BE49-F238E27FC236}">
                <a16:creationId xmlns:a16="http://schemas.microsoft.com/office/drawing/2014/main" id="{57C65CB0-BB5B-D870-4654-94136E2D9FCA}"/>
              </a:ext>
            </a:extLst>
          </p:cNvPr>
          <p:cNvSpPr>
            <a:spLocks noGrp="1"/>
          </p:cNvSpPr>
          <p:nvPr>
            <p:ph type="title"/>
          </p:nvPr>
        </p:nvSpPr>
        <p:spPr>
          <a:xfrm>
            <a:off x="9295469" y="1729217"/>
            <a:ext cx="7567752" cy="700249"/>
          </a:xfrm>
        </p:spPr>
        <p:txBody>
          <a:bodyPr/>
          <a:lstStyle/>
          <a:p>
            <a:r>
              <a:rPr lang="en-US"/>
              <a:t>Click to edit Master title style</a:t>
            </a:r>
            <a:endParaRPr lang="sv-SE"/>
          </a:p>
        </p:txBody>
      </p:sp>
      <p:sp>
        <p:nvSpPr>
          <p:cNvPr id="8" name="Picture Placeholder 6">
            <a:extLst>
              <a:ext uri="{FF2B5EF4-FFF2-40B4-BE49-F238E27FC236}">
                <a16:creationId xmlns:a16="http://schemas.microsoft.com/office/drawing/2014/main" id="{B5E8236F-85F1-A2E6-4583-49DFDAA20D91}"/>
              </a:ext>
            </a:extLst>
          </p:cNvPr>
          <p:cNvSpPr>
            <a:spLocks noGrp="1"/>
          </p:cNvSpPr>
          <p:nvPr>
            <p:ph type="pic" sz="quarter" idx="24"/>
          </p:nvPr>
        </p:nvSpPr>
        <p:spPr>
          <a:xfrm>
            <a:off x="495768" y="524814"/>
            <a:ext cx="7800744" cy="8745367"/>
          </a:xfrm>
          <a:prstGeom prst="roundRect">
            <a:avLst>
              <a:gd name="adj" fmla="val 2341"/>
            </a:avLst>
          </a:prstGeom>
          <a:solidFill>
            <a:srgbClr val="F9F6F0"/>
          </a:solidFill>
        </p:spPr>
        <p:txBody>
          <a:bodyPr/>
          <a:lstStyle>
            <a:lvl1pPr marL="0" indent="0">
              <a:buNone/>
              <a:defRPr>
                <a:noFill/>
              </a:defRPr>
            </a:lvl1pPr>
          </a:lstStyle>
          <a:p>
            <a:endParaRPr lang="nb-NO"/>
          </a:p>
        </p:txBody>
      </p:sp>
      <p:sp>
        <p:nvSpPr>
          <p:cNvPr id="9" name="Text Placeholder 5">
            <a:extLst>
              <a:ext uri="{FF2B5EF4-FFF2-40B4-BE49-F238E27FC236}">
                <a16:creationId xmlns:a16="http://schemas.microsoft.com/office/drawing/2014/main" id="{3D0C7CCC-B2BB-99D1-50FA-8295812FE12F}"/>
              </a:ext>
            </a:extLst>
          </p:cNvPr>
          <p:cNvSpPr>
            <a:spLocks noGrp="1"/>
          </p:cNvSpPr>
          <p:nvPr>
            <p:ph type="body" sz="quarter" idx="25"/>
          </p:nvPr>
        </p:nvSpPr>
        <p:spPr>
          <a:xfrm>
            <a:off x="9262279" y="2816344"/>
            <a:ext cx="7586980" cy="596356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Tree>
    <p:extLst>
      <p:ext uri="{BB962C8B-B14F-4D97-AF65-F5344CB8AC3E}">
        <p14:creationId xmlns:p14="http://schemas.microsoft.com/office/powerpoint/2010/main" val="34781661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Illustrasjon høyre">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8E0F10C-6040-DDEC-3F01-C0010B136948}"/>
              </a:ext>
            </a:extLst>
          </p:cNvPr>
          <p:cNvSpPr>
            <a:spLocks noGrp="1"/>
          </p:cNvSpPr>
          <p:nvPr>
            <p:ph type="pic" sz="quarter" idx="23"/>
          </p:nvPr>
        </p:nvSpPr>
        <p:spPr>
          <a:xfrm>
            <a:off x="9067747" y="524814"/>
            <a:ext cx="7800744" cy="8745367"/>
          </a:xfrm>
          <a:prstGeom prst="roundRect">
            <a:avLst>
              <a:gd name="adj" fmla="val 2341"/>
            </a:avLst>
          </a:prstGeom>
          <a:solidFill>
            <a:srgbClr val="FFEAE0"/>
          </a:solidFill>
        </p:spPr>
        <p:txBody>
          <a:bodyPr/>
          <a:lstStyle>
            <a:lvl1pPr marL="0" indent="0">
              <a:buNone/>
              <a:defRPr>
                <a:noFill/>
              </a:defRPr>
            </a:lvl1pPr>
          </a:lstStyle>
          <a:p>
            <a:endParaRPr lang="nb-NO"/>
          </a:p>
        </p:txBody>
      </p:sp>
      <p:sp>
        <p:nvSpPr>
          <p:cNvPr id="6" name="Title 5">
            <a:extLst>
              <a:ext uri="{FF2B5EF4-FFF2-40B4-BE49-F238E27FC236}">
                <a16:creationId xmlns:a16="http://schemas.microsoft.com/office/drawing/2014/main" id="{57C65CB0-BB5B-D870-4654-94136E2D9FCA}"/>
              </a:ext>
            </a:extLst>
          </p:cNvPr>
          <p:cNvSpPr>
            <a:spLocks noGrp="1"/>
          </p:cNvSpPr>
          <p:nvPr>
            <p:ph type="title"/>
          </p:nvPr>
        </p:nvSpPr>
        <p:spPr>
          <a:xfrm>
            <a:off x="951225" y="1729217"/>
            <a:ext cx="7567752" cy="700249"/>
          </a:xfrm>
        </p:spPr>
        <p:txBody>
          <a:bodyPr/>
          <a:lstStyle/>
          <a:p>
            <a:r>
              <a:rPr lang="en-US"/>
              <a:t>Click to edit Master title style</a:t>
            </a:r>
            <a:endParaRPr lang="sv-SE"/>
          </a:p>
        </p:txBody>
      </p:sp>
      <p:sp>
        <p:nvSpPr>
          <p:cNvPr id="9" name="Text Placeholder 5">
            <a:extLst>
              <a:ext uri="{FF2B5EF4-FFF2-40B4-BE49-F238E27FC236}">
                <a16:creationId xmlns:a16="http://schemas.microsoft.com/office/drawing/2014/main" id="{D344501B-A8F2-FEBB-FEFB-EC08DBF17F97}"/>
              </a:ext>
            </a:extLst>
          </p:cNvPr>
          <p:cNvSpPr>
            <a:spLocks noGrp="1"/>
          </p:cNvSpPr>
          <p:nvPr>
            <p:ph type="body" sz="quarter" idx="25"/>
          </p:nvPr>
        </p:nvSpPr>
        <p:spPr>
          <a:xfrm>
            <a:off x="951225" y="2816344"/>
            <a:ext cx="7586980" cy="596356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Tree>
    <p:extLst>
      <p:ext uri="{BB962C8B-B14F-4D97-AF65-F5344CB8AC3E}">
        <p14:creationId xmlns:p14="http://schemas.microsoft.com/office/powerpoint/2010/main" val="22228965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Bilde venstre">
    <p:bg>
      <p:bgPr>
        <a:solidFill>
          <a:schemeClr val="bg1"/>
        </a:solidFill>
        <a:effectLst/>
      </p:bgPr>
    </p:bg>
    <p:spTree>
      <p:nvGrpSpPr>
        <p:cNvPr id="1" name=""/>
        <p:cNvGrpSpPr/>
        <p:nvPr/>
      </p:nvGrpSpPr>
      <p:grpSpPr>
        <a:xfrm>
          <a:off x="0" y="0"/>
          <a:ext cx="0" cy="0"/>
          <a:chOff x="0" y="0"/>
          <a:chExt cx="0" cy="0"/>
        </a:xfrm>
      </p:grpSpPr>
      <p:sp>
        <p:nvSpPr>
          <p:cNvPr id="7" name="Plassholder for bilde 6">
            <a:extLst>
              <a:ext uri="{FF2B5EF4-FFF2-40B4-BE49-F238E27FC236}">
                <a16:creationId xmlns:a16="http://schemas.microsoft.com/office/drawing/2014/main" id="{C3B9A300-EFB9-410E-4386-A60E3DA2A5C9}"/>
              </a:ext>
              <a:ext uri="{C183D7F6-B498-43B3-948B-1728B52AA6E4}">
                <adec:decorative xmlns:adec="http://schemas.microsoft.com/office/drawing/2017/decorative" val="1"/>
              </a:ext>
            </a:extLst>
          </p:cNvPr>
          <p:cNvSpPr>
            <a:spLocks noGrp="1"/>
          </p:cNvSpPr>
          <p:nvPr>
            <p:ph type="pic" sz="quarter" idx="16"/>
          </p:nvPr>
        </p:nvSpPr>
        <p:spPr>
          <a:xfrm>
            <a:off x="0" y="1130"/>
            <a:ext cx="6635346" cy="9752013"/>
          </a:xfrm>
          <a:solidFill>
            <a:srgbClr val="F5F1EB"/>
          </a:solidFill>
        </p:spPr>
        <p:txBody>
          <a:bodyPr anchor="ctr" anchorCtr="0">
            <a:normAutofit/>
          </a:bodyPr>
          <a:lstStyle>
            <a:lvl1pPr marL="0" indent="0">
              <a:buNone/>
              <a:defRPr sz="1704" b="0" i="0">
                <a:noFill/>
                <a:latin typeface="TID UI" panose="02000503000000020004" pitchFamily="2" charset="0"/>
              </a:defRPr>
            </a:lvl1pPr>
          </a:lstStyle>
          <a:p>
            <a:r>
              <a:rPr lang="nb-NO" err="1"/>
              <a:t>Klicka</a:t>
            </a:r>
            <a:r>
              <a:rPr lang="nb-NO"/>
              <a:t> på </a:t>
            </a:r>
            <a:r>
              <a:rPr lang="nb-NO" err="1"/>
              <a:t>ikonen</a:t>
            </a:r>
            <a:r>
              <a:rPr lang="nb-NO"/>
              <a:t> </a:t>
            </a:r>
            <a:r>
              <a:rPr lang="nb-NO" err="1"/>
              <a:t>för</a:t>
            </a:r>
            <a:r>
              <a:rPr lang="nb-NO"/>
              <a:t> att </a:t>
            </a:r>
            <a:r>
              <a:rPr lang="nb-NO" err="1"/>
              <a:t>lägga</a:t>
            </a:r>
            <a:r>
              <a:rPr lang="nb-NO"/>
              <a:t> </a:t>
            </a:r>
            <a:r>
              <a:rPr lang="nb-NO" err="1"/>
              <a:t>till</a:t>
            </a:r>
            <a:r>
              <a:rPr lang="nb-NO"/>
              <a:t> en bild</a:t>
            </a:r>
          </a:p>
        </p:txBody>
      </p:sp>
      <p:pic>
        <p:nvPicPr>
          <p:cNvPr id="12" name="Grafikk 11">
            <a:extLst>
              <a:ext uri="{FF2B5EF4-FFF2-40B4-BE49-F238E27FC236}">
                <a16:creationId xmlns:a16="http://schemas.microsoft.com/office/drawing/2014/main" id="{1EB043B9-4396-C4C6-D9A5-46CAB0E4CA6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12447" y="8783106"/>
            <a:ext cx="561463" cy="483761"/>
          </a:xfrm>
          <a:prstGeom prst="rect">
            <a:avLst/>
          </a:prstGeom>
        </p:spPr>
      </p:pic>
      <p:sp>
        <p:nvSpPr>
          <p:cNvPr id="15" name="Plassholder for lysbildenummer 10">
            <a:extLst>
              <a:ext uri="{FF2B5EF4-FFF2-40B4-BE49-F238E27FC236}">
                <a16:creationId xmlns:a16="http://schemas.microsoft.com/office/drawing/2014/main" id="{3D215E5B-BA3A-7D14-C150-BB69948E310D}"/>
              </a:ext>
            </a:extLst>
          </p:cNvPr>
          <p:cNvSpPr>
            <a:spLocks noGrp="1"/>
          </p:cNvSpPr>
          <p:nvPr>
            <p:ph type="sldNum" sz="quarter" idx="19"/>
          </p:nvPr>
        </p:nvSpPr>
        <p:spPr>
          <a:xfrm>
            <a:off x="16101792" y="411224"/>
            <a:ext cx="776831" cy="271623"/>
          </a:xfrm>
        </p:spPr>
        <p:txBody>
          <a:bodyPr wrap="square" anchor="b" anchorCtr="0">
            <a:noAutofit/>
          </a:bodyPr>
          <a:lstStyle>
            <a:lvl1pPr algn="r">
              <a:defRPr b="0" i="0">
                <a:latin typeface="TID UI" panose="02000503000000020004" pitchFamily="2" charset="0"/>
              </a:defRPr>
            </a:lvl1pPr>
          </a:lstStyle>
          <a:p>
            <a:fld id="{6D65A19B-F501-47C9-98E5-3946BFE4C503}" type="slidenum">
              <a:rPr lang="nb-NO" smtClean="0"/>
              <a:pPr/>
              <a:t>‹#›</a:t>
            </a:fld>
            <a:endParaRPr lang="nb-NO"/>
          </a:p>
        </p:txBody>
      </p:sp>
      <p:sp>
        <p:nvSpPr>
          <p:cNvPr id="4" name="Title 3">
            <a:extLst>
              <a:ext uri="{FF2B5EF4-FFF2-40B4-BE49-F238E27FC236}">
                <a16:creationId xmlns:a16="http://schemas.microsoft.com/office/drawing/2014/main" id="{292E5511-B37E-BD06-81A4-A61031DC91A7}"/>
              </a:ext>
            </a:extLst>
          </p:cNvPr>
          <p:cNvSpPr>
            <a:spLocks noGrp="1"/>
          </p:cNvSpPr>
          <p:nvPr>
            <p:ph type="title"/>
          </p:nvPr>
        </p:nvSpPr>
        <p:spPr>
          <a:xfrm>
            <a:off x="7543340" y="1729217"/>
            <a:ext cx="9319881" cy="700249"/>
          </a:xfrm>
        </p:spPr>
        <p:txBody>
          <a:bodyPr/>
          <a:lstStyle/>
          <a:p>
            <a:r>
              <a:rPr lang="en-GB"/>
              <a:t>Click to edit Master title style</a:t>
            </a:r>
            <a:endParaRPr lang="nb-NO"/>
          </a:p>
        </p:txBody>
      </p:sp>
      <p:sp>
        <p:nvSpPr>
          <p:cNvPr id="6" name="Text Placeholder 5">
            <a:extLst>
              <a:ext uri="{FF2B5EF4-FFF2-40B4-BE49-F238E27FC236}">
                <a16:creationId xmlns:a16="http://schemas.microsoft.com/office/drawing/2014/main" id="{29DF0AAD-E684-8D59-7DEA-B0F814D28C52}"/>
              </a:ext>
            </a:extLst>
          </p:cNvPr>
          <p:cNvSpPr>
            <a:spLocks noGrp="1"/>
          </p:cNvSpPr>
          <p:nvPr>
            <p:ph type="body" sz="quarter" idx="22"/>
          </p:nvPr>
        </p:nvSpPr>
        <p:spPr>
          <a:xfrm>
            <a:off x="7552071" y="2816345"/>
            <a:ext cx="9316418" cy="58928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Tree>
    <p:extLst>
      <p:ext uri="{BB962C8B-B14F-4D97-AF65-F5344CB8AC3E}">
        <p14:creationId xmlns:p14="http://schemas.microsoft.com/office/powerpoint/2010/main" val="1229859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Bilde høyre">
    <p:bg>
      <p:bgPr>
        <a:solidFill>
          <a:schemeClr val="bg1"/>
        </a:solidFill>
        <a:effectLst/>
      </p:bgPr>
    </p:bg>
    <p:spTree>
      <p:nvGrpSpPr>
        <p:cNvPr id="1" name=""/>
        <p:cNvGrpSpPr/>
        <p:nvPr/>
      </p:nvGrpSpPr>
      <p:grpSpPr>
        <a:xfrm>
          <a:off x="0" y="0"/>
          <a:ext cx="0" cy="0"/>
          <a:chOff x="0" y="0"/>
          <a:chExt cx="0" cy="0"/>
        </a:xfrm>
      </p:grpSpPr>
      <p:sp>
        <p:nvSpPr>
          <p:cNvPr id="7" name="Plassholder for bilde 6">
            <a:extLst>
              <a:ext uri="{FF2B5EF4-FFF2-40B4-BE49-F238E27FC236}">
                <a16:creationId xmlns:a16="http://schemas.microsoft.com/office/drawing/2014/main" id="{C3B9A300-EFB9-410E-4386-A60E3DA2A5C9}"/>
              </a:ext>
            </a:extLst>
          </p:cNvPr>
          <p:cNvSpPr>
            <a:spLocks noGrp="1"/>
          </p:cNvSpPr>
          <p:nvPr>
            <p:ph type="pic" sz="quarter" idx="16"/>
          </p:nvPr>
        </p:nvSpPr>
        <p:spPr>
          <a:xfrm>
            <a:off x="10686562" y="1"/>
            <a:ext cx="6658465" cy="9752013"/>
          </a:xfrm>
          <a:solidFill>
            <a:srgbClr val="F9F6F0"/>
          </a:solidFill>
        </p:spPr>
        <p:txBody>
          <a:bodyPr anchor="ctr" anchorCtr="0">
            <a:normAutofit/>
          </a:bodyPr>
          <a:lstStyle>
            <a:lvl1pPr marL="0" indent="0">
              <a:buNone/>
              <a:defRPr sz="1704" b="0" i="0">
                <a:noFill/>
                <a:latin typeface="TID UI" panose="02000503000000020004" pitchFamily="2" charset="0"/>
              </a:defRPr>
            </a:lvl1pPr>
          </a:lstStyle>
          <a:p>
            <a:r>
              <a:rPr lang="nb-NO"/>
              <a:t>Klicka på ikonen för att lägga till en bild</a:t>
            </a:r>
          </a:p>
        </p:txBody>
      </p:sp>
      <p:sp>
        <p:nvSpPr>
          <p:cNvPr id="3" name="Title 3">
            <a:extLst>
              <a:ext uri="{FF2B5EF4-FFF2-40B4-BE49-F238E27FC236}">
                <a16:creationId xmlns:a16="http://schemas.microsoft.com/office/drawing/2014/main" id="{8FA95BA9-30A5-1708-6DA9-E882A0F51B01}"/>
              </a:ext>
            </a:extLst>
          </p:cNvPr>
          <p:cNvSpPr>
            <a:spLocks noGrp="1"/>
          </p:cNvSpPr>
          <p:nvPr>
            <p:ph type="title"/>
          </p:nvPr>
        </p:nvSpPr>
        <p:spPr>
          <a:xfrm>
            <a:off x="937264" y="1729217"/>
            <a:ext cx="9319881" cy="700249"/>
          </a:xfrm>
        </p:spPr>
        <p:txBody>
          <a:bodyPr/>
          <a:lstStyle/>
          <a:p>
            <a:r>
              <a:rPr lang="en-GB"/>
              <a:t>Click to edit Master title style</a:t>
            </a:r>
            <a:endParaRPr lang="nb-NO"/>
          </a:p>
        </p:txBody>
      </p:sp>
      <p:sp>
        <p:nvSpPr>
          <p:cNvPr id="5" name="Text Placeholder 5">
            <a:extLst>
              <a:ext uri="{FF2B5EF4-FFF2-40B4-BE49-F238E27FC236}">
                <a16:creationId xmlns:a16="http://schemas.microsoft.com/office/drawing/2014/main" id="{349C3E20-1A14-AD0E-B588-2178EF7B2BE9}"/>
              </a:ext>
            </a:extLst>
          </p:cNvPr>
          <p:cNvSpPr>
            <a:spLocks noGrp="1"/>
          </p:cNvSpPr>
          <p:nvPr>
            <p:ph type="body" sz="quarter" idx="22"/>
          </p:nvPr>
        </p:nvSpPr>
        <p:spPr>
          <a:xfrm>
            <a:off x="945995" y="2816345"/>
            <a:ext cx="9316418" cy="58928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Tree>
    <p:extLst>
      <p:ext uri="{BB962C8B-B14F-4D97-AF65-F5344CB8AC3E}">
        <p14:creationId xmlns:p14="http://schemas.microsoft.com/office/powerpoint/2010/main" val="12004070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Bildeslide, liten tekst">
    <p:bg>
      <p:bgPr>
        <a:solidFill>
          <a:schemeClr val="bg1"/>
        </a:solidFill>
        <a:effectLst/>
      </p:bgPr>
    </p:bg>
    <p:spTree>
      <p:nvGrpSpPr>
        <p:cNvPr id="1" name=""/>
        <p:cNvGrpSpPr/>
        <p:nvPr/>
      </p:nvGrpSpPr>
      <p:grpSpPr>
        <a:xfrm>
          <a:off x="0" y="0"/>
          <a:ext cx="0" cy="0"/>
          <a:chOff x="0" y="0"/>
          <a:chExt cx="0" cy="0"/>
        </a:xfrm>
      </p:grpSpPr>
      <p:sp>
        <p:nvSpPr>
          <p:cNvPr id="7" name="Plassholder for bilde 6">
            <a:extLst>
              <a:ext uri="{FF2B5EF4-FFF2-40B4-BE49-F238E27FC236}">
                <a16:creationId xmlns:a16="http://schemas.microsoft.com/office/drawing/2014/main" id="{C3B9A300-EFB9-410E-4386-A60E3DA2A5C9}"/>
              </a:ext>
            </a:extLst>
          </p:cNvPr>
          <p:cNvSpPr>
            <a:spLocks noGrp="1"/>
          </p:cNvSpPr>
          <p:nvPr>
            <p:ph type="pic" sz="quarter" idx="16"/>
          </p:nvPr>
        </p:nvSpPr>
        <p:spPr>
          <a:xfrm>
            <a:off x="5603778" y="2"/>
            <a:ext cx="11741247" cy="9770072"/>
          </a:xfrm>
          <a:solidFill>
            <a:srgbClr val="E1F3FF"/>
          </a:solidFill>
        </p:spPr>
        <p:txBody>
          <a:bodyPr anchor="ctr" anchorCtr="0">
            <a:normAutofit/>
          </a:bodyPr>
          <a:lstStyle>
            <a:lvl1pPr marL="0" indent="0">
              <a:buNone/>
              <a:defRPr sz="1704" b="0" i="0">
                <a:noFill/>
                <a:latin typeface="TID UI" panose="02000503000000020004" pitchFamily="2" charset="0"/>
              </a:defRPr>
            </a:lvl1pPr>
          </a:lstStyle>
          <a:p>
            <a:r>
              <a:rPr lang="nb-NO" err="1"/>
              <a:t>Klicka</a:t>
            </a:r>
            <a:r>
              <a:rPr lang="nb-NO"/>
              <a:t> på </a:t>
            </a:r>
            <a:r>
              <a:rPr lang="nb-NO" err="1"/>
              <a:t>ikonen</a:t>
            </a:r>
            <a:r>
              <a:rPr lang="nb-NO"/>
              <a:t> </a:t>
            </a:r>
            <a:r>
              <a:rPr lang="nb-NO" err="1"/>
              <a:t>för</a:t>
            </a:r>
            <a:r>
              <a:rPr lang="nb-NO"/>
              <a:t> att </a:t>
            </a:r>
            <a:r>
              <a:rPr lang="nb-NO" err="1"/>
              <a:t>lägga</a:t>
            </a:r>
            <a:r>
              <a:rPr lang="nb-NO"/>
              <a:t> </a:t>
            </a:r>
            <a:r>
              <a:rPr lang="nb-NO" err="1"/>
              <a:t>till</a:t>
            </a:r>
            <a:r>
              <a:rPr lang="nb-NO"/>
              <a:t> en bild</a:t>
            </a:r>
          </a:p>
        </p:txBody>
      </p:sp>
      <p:sp>
        <p:nvSpPr>
          <p:cNvPr id="15" name="Plassholder for lysbildenummer 10">
            <a:extLst>
              <a:ext uri="{FF2B5EF4-FFF2-40B4-BE49-F238E27FC236}">
                <a16:creationId xmlns:a16="http://schemas.microsoft.com/office/drawing/2014/main" id="{3D215E5B-BA3A-7D14-C150-BB69948E310D}"/>
              </a:ext>
            </a:extLst>
          </p:cNvPr>
          <p:cNvSpPr>
            <a:spLocks noGrp="1"/>
          </p:cNvSpPr>
          <p:nvPr>
            <p:ph type="sldNum" sz="quarter" idx="19"/>
          </p:nvPr>
        </p:nvSpPr>
        <p:spPr>
          <a:xfrm>
            <a:off x="16101792" y="485148"/>
            <a:ext cx="776831" cy="271623"/>
          </a:xfrm>
        </p:spPr>
        <p:txBody>
          <a:bodyPr wrap="square" anchor="b" anchorCtr="0">
            <a:noAutofit/>
          </a:bodyPr>
          <a:lstStyle>
            <a:lvl1pPr algn="r">
              <a:defRPr b="0" i="0">
                <a:latin typeface="TID UI" panose="02000503000000020004" pitchFamily="2" charset="0"/>
              </a:defRPr>
            </a:lvl1pPr>
          </a:lstStyle>
          <a:p>
            <a:fld id="{6D65A19B-F501-47C9-98E5-3946BFE4C503}" type="slidenum">
              <a:rPr lang="nb-NO" smtClean="0"/>
              <a:pPr/>
              <a:t>‹#›</a:t>
            </a:fld>
            <a:endParaRPr lang="nb-NO"/>
          </a:p>
        </p:txBody>
      </p:sp>
      <p:pic>
        <p:nvPicPr>
          <p:cNvPr id="4" name="Grafikk 11">
            <a:extLst>
              <a:ext uri="{FF2B5EF4-FFF2-40B4-BE49-F238E27FC236}">
                <a16:creationId xmlns:a16="http://schemas.microsoft.com/office/drawing/2014/main" id="{25F1DE26-AA84-45AF-615E-D5FE8C2B6B6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12447" y="8783106"/>
            <a:ext cx="561463" cy="483761"/>
          </a:xfrm>
          <a:prstGeom prst="rect">
            <a:avLst/>
          </a:prstGeom>
        </p:spPr>
      </p:pic>
      <p:sp>
        <p:nvSpPr>
          <p:cNvPr id="5" name="Content Placeholder 4">
            <a:extLst>
              <a:ext uri="{FF2B5EF4-FFF2-40B4-BE49-F238E27FC236}">
                <a16:creationId xmlns:a16="http://schemas.microsoft.com/office/drawing/2014/main" id="{89514F14-545C-FAA4-E072-4B83E40834D0}"/>
              </a:ext>
            </a:extLst>
          </p:cNvPr>
          <p:cNvSpPr>
            <a:spLocks noGrp="1"/>
          </p:cNvSpPr>
          <p:nvPr>
            <p:ph sz="quarter" idx="21"/>
          </p:nvPr>
        </p:nvSpPr>
        <p:spPr>
          <a:xfrm>
            <a:off x="472023" y="2815843"/>
            <a:ext cx="4654699" cy="6452076"/>
          </a:xfrm>
        </p:spPr>
        <p:txBody>
          <a:bodyPr>
            <a:normAutofit/>
          </a:bodyPr>
          <a:lstStyle>
            <a:lvl1pPr marL="0" indent="0">
              <a:buNone/>
              <a:defRPr sz="2275">
                <a:latin typeface="+mn-lt"/>
              </a:defRPr>
            </a:lvl1pPr>
            <a:lvl2pPr>
              <a:defRPr sz="1991">
                <a:latin typeface="+mn-lt"/>
              </a:defRPr>
            </a:lvl2pPr>
            <a:lvl3pPr>
              <a:defRPr sz="1706">
                <a:latin typeface="+mn-lt"/>
              </a:defRPr>
            </a:lvl3pPr>
            <a:lvl4pPr>
              <a:defRPr sz="1422">
                <a:latin typeface="+mn-lt"/>
              </a:defRPr>
            </a:lvl4pPr>
            <a:lvl5pPr>
              <a:defRPr sz="1138">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8" name="Title 7">
            <a:extLst>
              <a:ext uri="{FF2B5EF4-FFF2-40B4-BE49-F238E27FC236}">
                <a16:creationId xmlns:a16="http://schemas.microsoft.com/office/drawing/2014/main" id="{CE4058BB-E687-8E13-95A3-1A0CDB0882E3}"/>
              </a:ext>
            </a:extLst>
          </p:cNvPr>
          <p:cNvSpPr>
            <a:spLocks noGrp="1"/>
          </p:cNvSpPr>
          <p:nvPr>
            <p:ph type="title"/>
          </p:nvPr>
        </p:nvSpPr>
        <p:spPr>
          <a:xfrm>
            <a:off x="476537" y="1729217"/>
            <a:ext cx="4650182" cy="700249"/>
          </a:xfrm>
        </p:spPr>
        <p:txBody>
          <a:bodyPr/>
          <a:lstStyle>
            <a:lvl1pPr>
              <a:defRPr sz="3413"/>
            </a:lvl1pPr>
          </a:lstStyle>
          <a:p>
            <a:r>
              <a:rPr lang="en-US"/>
              <a:t>Click to edit Master title style</a:t>
            </a:r>
            <a:endParaRPr lang="sv-SE"/>
          </a:p>
        </p:txBody>
      </p:sp>
    </p:spTree>
    <p:extLst>
      <p:ext uri="{BB962C8B-B14F-4D97-AF65-F5344CB8AC3E}">
        <p14:creationId xmlns:p14="http://schemas.microsoft.com/office/powerpoint/2010/main" val="14288049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all og illustrasjon">
    <p:bg>
      <p:bgPr>
        <a:solidFill>
          <a:srgbClr val="EBF5FF"/>
        </a:solidFill>
        <a:effectLst/>
      </p:bgPr>
    </p:bg>
    <p:spTree>
      <p:nvGrpSpPr>
        <p:cNvPr id="1" name=""/>
        <p:cNvGrpSpPr/>
        <p:nvPr/>
      </p:nvGrpSpPr>
      <p:grpSpPr>
        <a:xfrm>
          <a:off x="0" y="0"/>
          <a:ext cx="0" cy="0"/>
          <a:chOff x="0" y="0"/>
          <a:chExt cx="0" cy="0"/>
        </a:xfrm>
      </p:grpSpPr>
      <p:sp>
        <p:nvSpPr>
          <p:cNvPr id="4" name="Plassholder for lysbildenummer 10">
            <a:extLst>
              <a:ext uri="{FF2B5EF4-FFF2-40B4-BE49-F238E27FC236}">
                <a16:creationId xmlns:a16="http://schemas.microsoft.com/office/drawing/2014/main" id="{1E46A2B9-BE73-1718-BBBE-3E6A45DE8898}"/>
              </a:ext>
            </a:extLst>
          </p:cNvPr>
          <p:cNvSpPr>
            <a:spLocks noGrp="1"/>
          </p:cNvSpPr>
          <p:nvPr>
            <p:ph type="sldNum" sz="quarter" idx="19"/>
          </p:nvPr>
        </p:nvSpPr>
        <p:spPr>
          <a:xfrm>
            <a:off x="16101792" y="411224"/>
            <a:ext cx="776831" cy="271623"/>
          </a:xfrm>
        </p:spPr>
        <p:txBody>
          <a:bodyPr wrap="square" anchor="b" anchorCtr="0">
            <a:noAutofit/>
          </a:bodyPr>
          <a:lstStyle>
            <a:lvl1pPr algn="r">
              <a:defRPr b="0" i="0">
                <a:latin typeface="TID UI" panose="02000503000000020004" pitchFamily="2" charset="0"/>
              </a:defRPr>
            </a:lvl1pPr>
          </a:lstStyle>
          <a:p>
            <a:fld id="{6D65A19B-F501-47C9-98E5-3946BFE4C503}" type="slidenum">
              <a:rPr lang="nb-NO" smtClean="0"/>
              <a:pPr/>
              <a:t>‹#›</a:t>
            </a:fld>
            <a:endParaRPr lang="nb-NO"/>
          </a:p>
        </p:txBody>
      </p:sp>
      <p:pic>
        <p:nvPicPr>
          <p:cNvPr id="6" name="Grafikk 5">
            <a:extLst>
              <a:ext uri="{FF2B5EF4-FFF2-40B4-BE49-F238E27FC236}">
                <a16:creationId xmlns:a16="http://schemas.microsoft.com/office/drawing/2014/main" id="{98A09691-10FE-D10D-B809-374474C122B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08123" y="8787424"/>
            <a:ext cx="561463" cy="483761"/>
          </a:xfrm>
          <a:prstGeom prst="rect">
            <a:avLst/>
          </a:prstGeom>
        </p:spPr>
      </p:pic>
      <p:sp>
        <p:nvSpPr>
          <p:cNvPr id="8" name="Title 1">
            <a:extLst>
              <a:ext uri="{FF2B5EF4-FFF2-40B4-BE49-F238E27FC236}">
                <a16:creationId xmlns:a16="http://schemas.microsoft.com/office/drawing/2014/main" id="{AB71A0FD-D9B7-167C-54BE-7C39C15AD3A5}"/>
              </a:ext>
            </a:extLst>
          </p:cNvPr>
          <p:cNvSpPr>
            <a:spLocks noGrp="1"/>
          </p:cNvSpPr>
          <p:nvPr>
            <p:ph type="ctrTitle" hasCustomPrompt="1"/>
          </p:nvPr>
        </p:nvSpPr>
        <p:spPr>
          <a:xfrm>
            <a:off x="8672514" y="4877138"/>
            <a:ext cx="8197072" cy="3372250"/>
          </a:xfrm>
        </p:spPr>
        <p:txBody>
          <a:bodyPr anchor="t" anchorCtr="0">
            <a:normAutofit/>
          </a:bodyPr>
          <a:lstStyle>
            <a:lvl1pPr algn="l">
              <a:lnSpc>
                <a:spcPct val="100000"/>
              </a:lnSpc>
              <a:spcBef>
                <a:spcPts val="0"/>
              </a:spcBef>
              <a:defRPr sz="3903" b="0" i="0" spc="-28" baseline="0">
                <a:solidFill>
                  <a:srgbClr val="6D7196"/>
                </a:solidFill>
                <a:latin typeface="TID UI" panose="02000503000000020004" pitchFamily="2" charset="0"/>
              </a:defRPr>
            </a:lvl1pPr>
          </a:lstStyle>
          <a:p>
            <a:r>
              <a:rPr lang="nb-NO"/>
              <a:t>Periodebilletter solgt i </a:t>
            </a:r>
            <a:br>
              <a:rPr lang="nb-NO"/>
            </a:br>
            <a:r>
              <a:rPr lang="nb-NO"/>
              <a:t>kampanje-perioden</a:t>
            </a:r>
          </a:p>
        </p:txBody>
      </p:sp>
      <p:sp>
        <p:nvSpPr>
          <p:cNvPr id="3" name="Plassholder for bilde 2">
            <a:extLst>
              <a:ext uri="{FF2B5EF4-FFF2-40B4-BE49-F238E27FC236}">
                <a16:creationId xmlns:a16="http://schemas.microsoft.com/office/drawing/2014/main" id="{DD08023D-C75F-A873-47D1-826FBE936317}"/>
              </a:ext>
            </a:extLst>
          </p:cNvPr>
          <p:cNvSpPr>
            <a:spLocks noGrp="1"/>
          </p:cNvSpPr>
          <p:nvPr>
            <p:ph type="pic" sz="quarter" idx="20"/>
          </p:nvPr>
        </p:nvSpPr>
        <p:spPr>
          <a:xfrm>
            <a:off x="957037" y="1595785"/>
            <a:ext cx="7092663" cy="6653603"/>
          </a:xfrm>
          <a:noFill/>
        </p:spPr>
        <p:txBody>
          <a:bodyPr/>
          <a:lstStyle>
            <a:lvl1pPr marL="0" indent="0">
              <a:buNone/>
              <a:defRPr b="0" i="0">
                <a:solidFill>
                  <a:schemeClr val="dk2">
                    <a:alpha val="0"/>
                  </a:schemeClr>
                </a:solidFill>
                <a:latin typeface="TID UI" panose="02000503000000020004" pitchFamily="2" charset="0"/>
              </a:defRPr>
            </a:lvl1pPr>
          </a:lstStyle>
          <a:p>
            <a:r>
              <a:rPr lang="nb-NO"/>
              <a:t>Klicka på ikonen för att lägga till en bild</a:t>
            </a:r>
          </a:p>
        </p:txBody>
      </p:sp>
      <p:sp>
        <p:nvSpPr>
          <p:cNvPr id="5" name="Platshållare för text 4">
            <a:extLst>
              <a:ext uri="{FF2B5EF4-FFF2-40B4-BE49-F238E27FC236}">
                <a16:creationId xmlns:a16="http://schemas.microsoft.com/office/drawing/2014/main" id="{C66D104E-73B1-2233-5AE2-19BBA6179276}"/>
              </a:ext>
            </a:extLst>
          </p:cNvPr>
          <p:cNvSpPr>
            <a:spLocks noGrp="1"/>
          </p:cNvSpPr>
          <p:nvPr>
            <p:ph type="body" sz="quarter" idx="21" hasCustomPrompt="1"/>
          </p:nvPr>
        </p:nvSpPr>
        <p:spPr>
          <a:xfrm>
            <a:off x="8672514" y="1595786"/>
            <a:ext cx="8197074" cy="3016107"/>
          </a:xfrm>
        </p:spPr>
        <p:txBody>
          <a:bodyPr anchor="b">
            <a:normAutofit/>
          </a:bodyPr>
          <a:lstStyle>
            <a:lvl1pPr marL="0" indent="0">
              <a:buNone/>
              <a:defRPr sz="6811" b="1">
                <a:solidFill>
                  <a:schemeClr val="tx2"/>
                </a:solidFill>
                <a:latin typeface="TID UI Semi Bold" panose="02000703000000020004" pitchFamily="50" charset="0"/>
                <a:ea typeface="TID UI Semi Bold" panose="02000703000000020004" pitchFamily="50" charset="0"/>
                <a:cs typeface="TID UI Semi Bold" panose="02000703000000020004" pitchFamily="50" charset="0"/>
              </a:defRPr>
            </a:lvl1pPr>
          </a:lstStyle>
          <a:p>
            <a:pPr lvl="0"/>
            <a:r>
              <a:rPr lang="nb-NO"/>
              <a:t>532 188</a:t>
            </a:r>
          </a:p>
        </p:txBody>
      </p:sp>
    </p:spTree>
    <p:extLst>
      <p:ext uri="{BB962C8B-B14F-4D97-AF65-F5344CB8AC3E}">
        <p14:creationId xmlns:p14="http://schemas.microsoft.com/office/powerpoint/2010/main" val="6528868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Bilde helside">
    <p:spTree>
      <p:nvGrpSpPr>
        <p:cNvPr id="1" name=""/>
        <p:cNvGrpSpPr/>
        <p:nvPr/>
      </p:nvGrpSpPr>
      <p:grpSpPr>
        <a:xfrm>
          <a:off x="0" y="0"/>
          <a:ext cx="0" cy="0"/>
          <a:chOff x="0" y="0"/>
          <a:chExt cx="0" cy="0"/>
        </a:xfrm>
      </p:grpSpPr>
      <p:sp>
        <p:nvSpPr>
          <p:cNvPr id="9" name="Plassholder for bilde 8">
            <a:extLst>
              <a:ext uri="{FF2B5EF4-FFF2-40B4-BE49-F238E27FC236}">
                <a16:creationId xmlns:a16="http://schemas.microsoft.com/office/drawing/2014/main" id="{27AE6E39-9D43-441B-9718-0423EEA22FAD}"/>
              </a:ext>
            </a:extLst>
          </p:cNvPr>
          <p:cNvSpPr>
            <a:spLocks noGrp="1"/>
          </p:cNvSpPr>
          <p:nvPr>
            <p:ph type="pic" sz="quarter" idx="13"/>
          </p:nvPr>
        </p:nvSpPr>
        <p:spPr>
          <a:xfrm>
            <a:off x="1" y="1"/>
            <a:ext cx="17360496" cy="9752013"/>
          </a:xfrm>
          <a:solidFill>
            <a:schemeClr val="bg1">
              <a:lumMod val="85000"/>
            </a:schemeClr>
          </a:solidFill>
        </p:spPr>
        <p:txBody>
          <a:bodyPr/>
          <a:lstStyle>
            <a:lvl1pPr>
              <a:defRPr b="0" i="0">
                <a:noFill/>
                <a:latin typeface="TID UI" panose="02000503000000020004" pitchFamily="2" charset="0"/>
              </a:defRPr>
            </a:lvl1pPr>
          </a:lstStyle>
          <a:p>
            <a:r>
              <a:rPr lang="nb-NO"/>
              <a:t>Klicka på ikonen för att lägga till en bild</a:t>
            </a:r>
          </a:p>
        </p:txBody>
      </p:sp>
      <p:pic>
        <p:nvPicPr>
          <p:cNvPr id="4" name="Grafikk 3">
            <a:extLst>
              <a:ext uri="{FF2B5EF4-FFF2-40B4-BE49-F238E27FC236}">
                <a16:creationId xmlns:a16="http://schemas.microsoft.com/office/drawing/2014/main" id="{6F2A9EE3-2B42-AF5D-AD3C-C0E784CA30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19283" y="8778395"/>
            <a:ext cx="558236" cy="483761"/>
          </a:xfrm>
          <a:prstGeom prst="rect">
            <a:avLst/>
          </a:prstGeom>
        </p:spPr>
      </p:pic>
    </p:spTree>
    <p:extLst>
      <p:ext uri="{BB962C8B-B14F-4D97-AF65-F5344CB8AC3E}">
        <p14:creationId xmlns:p14="http://schemas.microsoft.com/office/powerpoint/2010/main" val="299462024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lde helside - tekstboks">
    <p:spTree>
      <p:nvGrpSpPr>
        <p:cNvPr id="1" name=""/>
        <p:cNvGrpSpPr/>
        <p:nvPr/>
      </p:nvGrpSpPr>
      <p:grpSpPr>
        <a:xfrm>
          <a:off x="0" y="0"/>
          <a:ext cx="0" cy="0"/>
          <a:chOff x="0" y="0"/>
          <a:chExt cx="0" cy="0"/>
        </a:xfrm>
      </p:grpSpPr>
      <p:sp>
        <p:nvSpPr>
          <p:cNvPr id="9" name="Plassholder for bilde 8">
            <a:extLst>
              <a:ext uri="{FF2B5EF4-FFF2-40B4-BE49-F238E27FC236}">
                <a16:creationId xmlns:a16="http://schemas.microsoft.com/office/drawing/2014/main" id="{27AE6E39-9D43-441B-9718-0423EEA22FAD}"/>
              </a:ext>
            </a:extLst>
          </p:cNvPr>
          <p:cNvSpPr>
            <a:spLocks noGrp="1"/>
          </p:cNvSpPr>
          <p:nvPr>
            <p:ph type="pic" sz="quarter" idx="13"/>
          </p:nvPr>
        </p:nvSpPr>
        <p:spPr>
          <a:xfrm>
            <a:off x="1" y="1"/>
            <a:ext cx="17360496" cy="9752013"/>
          </a:xfrm>
          <a:solidFill>
            <a:schemeClr val="bg1">
              <a:lumMod val="85000"/>
            </a:schemeClr>
          </a:solidFill>
        </p:spPr>
        <p:txBody>
          <a:bodyPr/>
          <a:lstStyle>
            <a:lvl1pPr>
              <a:defRPr b="0" i="0">
                <a:noFill/>
                <a:latin typeface="TID UI" panose="02000503000000020004" pitchFamily="2" charset="0"/>
              </a:defRPr>
            </a:lvl1pPr>
          </a:lstStyle>
          <a:p>
            <a:r>
              <a:rPr lang="nb-NO"/>
              <a:t>Klicka på ikonen för att lägga till en bild</a:t>
            </a:r>
          </a:p>
        </p:txBody>
      </p:sp>
      <p:pic>
        <p:nvPicPr>
          <p:cNvPr id="4" name="Grafikk 3">
            <a:extLst>
              <a:ext uri="{FF2B5EF4-FFF2-40B4-BE49-F238E27FC236}">
                <a16:creationId xmlns:a16="http://schemas.microsoft.com/office/drawing/2014/main" id="{6F2A9EE3-2B42-AF5D-AD3C-C0E784CA30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19283" y="8778395"/>
            <a:ext cx="558236" cy="483761"/>
          </a:xfrm>
          <a:prstGeom prst="rect">
            <a:avLst/>
          </a:prstGeom>
        </p:spPr>
      </p:pic>
      <p:sp>
        <p:nvSpPr>
          <p:cNvPr id="3" name="Content Placeholder 2">
            <a:extLst>
              <a:ext uri="{FF2B5EF4-FFF2-40B4-BE49-F238E27FC236}">
                <a16:creationId xmlns:a16="http://schemas.microsoft.com/office/drawing/2014/main" id="{D0E35859-8332-E82E-3016-425894F38919}"/>
              </a:ext>
            </a:extLst>
          </p:cNvPr>
          <p:cNvSpPr>
            <a:spLocks noGrp="1"/>
          </p:cNvSpPr>
          <p:nvPr>
            <p:ph sz="quarter" idx="14"/>
          </p:nvPr>
        </p:nvSpPr>
        <p:spPr>
          <a:xfrm>
            <a:off x="476538" y="951967"/>
            <a:ext cx="6828387" cy="2798341"/>
          </a:xfrm>
          <a:prstGeom prst="roundRect">
            <a:avLst>
              <a:gd name="adj" fmla="val 8423"/>
            </a:avLst>
          </a:prstGeom>
          <a:solidFill>
            <a:srgbClr val="FFEAE0"/>
          </a:solidFill>
        </p:spPr>
        <p:txBody>
          <a:bodyPr lIns="216000" tIns="216000" rIns="216000" bIns="216000" anchor="ct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Tree>
    <p:extLst>
      <p:ext uri="{BB962C8B-B14F-4D97-AF65-F5344CB8AC3E}">
        <p14:creationId xmlns:p14="http://schemas.microsoft.com/office/powerpoint/2010/main" val="23468458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 felter med Illustrasjon">
    <p:bg>
      <p:bgPr>
        <a:solidFill>
          <a:schemeClr val="bg1"/>
        </a:solidFill>
        <a:effectLst/>
      </p:bgPr>
    </p:bg>
    <p:spTree>
      <p:nvGrpSpPr>
        <p:cNvPr id="1" name=""/>
        <p:cNvGrpSpPr/>
        <p:nvPr/>
      </p:nvGrpSpPr>
      <p:grpSpPr>
        <a:xfrm>
          <a:off x="0" y="0"/>
          <a:ext cx="0" cy="0"/>
          <a:chOff x="0" y="0"/>
          <a:chExt cx="0" cy="0"/>
        </a:xfrm>
      </p:grpSpPr>
      <p:sp>
        <p:nvSpPr>
          <p:cNvPr id="9" name="Avrundet rektangel 8">
            <a:extLst>
              <a:ext uri="{FF2B5EF4-FFF2-40B4-BE49-F238E27FC236}">
                <a16:creationId xmlns:a16="http://schemas.microsoft.com/office/drawing/2014/main" id="{D74B0311-FF91-619D-4215-919F55606D2B}"/>
              </a:ext>
            </a:extLst>
          </p:cNvPr>
          <p:cNvSpPr/>
          <p:nvPr userDrawn="1"/>
        </p:nvSpPr>
        <p:spPr>
          <a:xfrm>
            <a:off x="11958249" y="506520"/>
            <a:ext cx="4929454" cy="4294472"/>
          </a:xfrm>
          <a:prstGeom prst="roundRect">
            <a:avLst>
              <a:gd name="adj" fmla="val 436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638" b="0" i="0">
              <a:latin typeface="TID UI" panose="02000503000000020004" pitchFamily="2" charset="0"/>
            </a:endParaRPr>
          </a:p>
        </p:txBody>
      </p:sp>
      <p:sp>
        <p:nvSpPr>
          <p:cNvPr id="8" name="Avrundet rektangel 7">
            <a:extLst>
              <a:ext uri="{FF2B5EF4-FFF2-40B4-BE49-F238E27FC236}">
                <a16:creationId xmlns:a16="http://schemas.microsoft.com/office/drawing/2014/main" id="{24726465-955F-7ACD-5997-6BE5D479A6F3}"/>
              </a:ext>
            </a:extLst>
          </p:cNvPr>
          <p:cNvSpPr/>
          <p:nvPr userDrawn="1"/>
        </p:nvSpPr>
        <p:spPr>
          <a:xfrm>
            <a:off x="6224147" y="506520"/>
            <a:ext cx="4929454" cy="4294472"/>
          </a:xfrm>
          <a:prstGeom prst="roundRect">
            <a:avLst>
              <a:gd name="adj" fmla="val 436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638" b="0" i="0">
              <a:latin typeface="TID UI" panose="02000503000000020004" pitchFamily="2" charset="0"/>
            </a:endParaRPr>
          </a:p>
        </p:txBody>
      </p:sp>
      <p:sp>
        <p:nvSpPr>
          <p:cNvPr id="7" name="Avrundet rektangel 6">
            <a:extLst>
              <a:ext uri="{FF2B5EF4-FFF2-40B4-BE49-F238E27FC236}">
                <a16:creationId xmlns:a16="http://schemas.microsoft.com/office/drawing/2014/main" id="{676E3BB7-5333-FA31-76A7-0139A5EF8354}"/>
              </a:ext>
            </a:extLst>
          </p:cNvPr>
          <p:cNvSpPr/>
          <p:nvPr userDrawn="1"/>
        </p:nvSpPr>
        <p:spPr>
          <a:xfrm>
            <a:off x="502543" y="506520"/>
            <a:ext cx="4929454" cy="4294472"/>
          </a:xfrm>
          <a:prstGeom prst="roundRect">
            <a:avLst>
              <a:gd name="adj" fmla="val 436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638" b="0" i="0">
              <a:latin typeface="TID UI" panose="02000503000000020004" pitchFamily="2" charset="0"/>
            </a:endParaRPr>
          </a:p>
        </p:txBody>
      </p:sp>
      <p:pic>
        <p:nvPicPr>
          <p:cNvPr id="5" name="Grafikk 4">
            <a:extLst>
              <a:ext uri="{FF2B5EF4-FFF2-40B4-BE49-F238E27FC236}">
                <a16:creationId xmlns:a16="http://schemas.microsoft.com/office/drawing/2014/main" id="{948C9B9A-5EDF-C7C2-48EA-766DC2FE417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12447" y="8783106"/>
            <a:ext cx="561463" cy="483761"/>
          </a:xfrm>
          <a:prstGeom prst="rect">
            <a:avLst/>
          </a:prstGeom>
        </p:spPr>
      </p:pic>
      <p:sp>
        <p:nvSpPr>
          <p:cNvPr id="2" name="Title 1"/>
          <p:cNvSpPr>
            <a:spLocks noGrp="1"/>
          </p:cNvSpPr>
          <p:nvPr>
            <p:ph type="title"/>
          </p:nvPr>
        </p:nvSpPr>
        <p:spPr>
          <a:xfrm>
            <a:off x="506156" y="5554394"/>
            <a:ext cx="4887349" cy="437655"/>
          </a:xfrm>
        </p:spPr>
        <p:txBody>
          <a:bodyPr>
            <a:spAutoFit/>
          </a:bodyPr>
          <a:lstStyle>
            <a:lvl1pPr>
              <a:lnSpc>
                <a:spcPct val="100000"/>
              </a:lnSpc>
              <a:defRPr sz="2838" spc="-43" baseline="0">
                <a:solidFill>
                  <a:schemeClr val="tx2"/>
                </a:solidFill>
                <a:latin typeface="+mj-lt"/>
              </a:defRPr>
            </a:lvl1pPr>
          </a:lstStyle>
          <a:p>
            <a:endParaRPr lang="nb-NO"/>
          </a:p>
        </p:txBody>
      </p:sp>
      <p:sp>
        <p:nvSpPr>
          <p:cNvPr id="28" name="Plassholder for tekst 27">
            <a:extLst>
              <a:ext uri="{FF2B5EF4-FFF2-40B4-BE49-F238E27FC236}">
                <a16:creationId xmlns:a16="http://schemas.microsoft.com/office/drawing/2014/main" id="{95571738-59BA-6C11-2C6C-344D7020245A}"/>
              </a:ext>
            </a:extLst>
          </p:cNvPr>
          <p:cNvSpPr>
            <a:spLocks noGrp="1"/>
          </p:cNvSpPr>
          <p:nvPr>
            <p:ph type="body" sz="quarter" idx="38"/>
          </p:nvPr>
        </p:nvSpPr>
        <p:spPr>
          <a:xfrm>
            <a:off x="6218529" y="6372702"/>
            <a:ext cx="4907968" cy="2378691"/>
          </a:xfrm>
        </p:spPr>
        <p:txBody>
          <a:bodyPr>
            <a:noAutofit/>
          </a:bodyPr>
          <a:lstStyle>
            <a:lvl1pPr marL="0" indent="0">
              <a:lnSpc>
                <a:spcPct val="114000"/>
              </a:lnSpc>
              <a:buNone/>
              <a:tabLst>
                <a:tab pos="590262" algn="l"/>
                <a:tab pos="1254871" algn="l"/>
                <a:tab pos="1890192" algn="l"/>
              </a:tabLst>
              <a:defRPr sz="1704" b="0" i="0">
                <a:latin typeface="TID UI" panose="02000503000000020004" pitchFamily="2" charset="0"/>
              </a:defRPr>
            </a:lvl1pPr>
            <a:lvl2pPr>
              <a:defRPr sz="1704"/>
            </a:lvl2pPr>
            <a:lvl3pPr>
              <a:defRPr sz="1704"/>
            </a:lvl3pPr>
            <a:lvl4pPr>
              <a:defRPr sz="1704"/>
            </a:lvl4pPr>
            <a:lvl5pPr>
              <a:defRPr sz="1704"/>
            </a:lvl5pPr>
          </a:lstStyle>
          <a:p>
            <a:pPr lvl="0"/>
            <a:endParaRPr lang="nb-NO"/>
          </a:p>
        </p:txBody>
      </p:sp>
      <p:sp>
        <p:nvSpPr>
          <p:cNvPr id="30" name="Plassholder for tekst 27">
            <a:extLst>
              <a:ext uri="{FF2B5EF4-FFF2-40B4-BE49-F238E27FC236}">
                <a16:creationId xmlns:a16="http://schemas.microsoft.com/office/drawing/2014/main" id="{CF639DD2-BCF7-D666-9062-5A151C33CB34}"/>
              </a:ext>
            </a:extLst>
          </p:cNvPr>
          <p:cNvSpPr>
            <a:spLocks noGrp="1"/>
          </p:cNvSpPr>
          <p:nvPr>
            <p:ph type="body" sz="quarter" idx="39"/>
          </p:nvPr>
        </p:nvSpPr>
        <p:spPr>
          <a:xfrm>
            <a:off x="506155" y="6372702"/>
            <a:ext cx="4907968" cy="2378691"/>
          </a:xfrm>
        </p:spPr>
        <p:txBody>
          <a:bodyPr>
            <a:noAutofit/>
          </a:bodyPr>
          <a:lstStyle>
            <a:lvl1pPr marL="0" indent="0">
              <a:lnSpc>
                <a:spcPct val="114000"/>
              </a:lnSpc>
              <a:buNone/>
              <a:tabLst>
                <a:tab pos="590262" algn="l"/>
                <a:tab pos="1890192" algn="l"/>
              </a:tabLst>
              <a:defRPr sz="1704" b="0" i="0">
                <a:latin typeface="TID UI" panose="02000503000000020004" pitchFamily="2" charset="0"/>
              </a:defRPr>
            </a:lvl1pPr>
            <a:lvl2pPr>
              <a:defRPr sz="1704"/>
            </a:lvl2pPr>
            <a:lvl3pPr>
              <a:defRPr sz="1704"/>
            </a:lvl3pPr>
            <a:lvl4pPr>
              <a:defRPr sz="1704"/>
            </a:lvl4pPr>
            <a:lvl5pPr>
              <a:defRPr sz="1704"/>
            </a:lvl5pPr>
          </a:lstStyle>
          <a:p>
            <a:pPr lvl="0"/>
            <a:endParaRPr lang="nb-NO"/>
          </a:p>
        </p:txBody>
      </p:sp>
      <p:sp>
        <p:nvSpPr>
          <p:cNvPr id="31" name="Plassholder for tekst 27">
            <a:extLst>
              <a:ext uri="{FF2B5EF4-FFF2-40B4-BE49-F238E27FC236}">
                <a16:creationId xmlns:a16="http://schemas.microsoft.com/office/drawing/2014/main" id="{D55C6C97-FEFE-F39B-E16C-D33410D3B7F9}"/>
              </a:ext>
            </a:extLst>
          </p:cNvPr>
          <p:cNvSpPr>
            <a:spLocks noGrp="1"/>
          </p:cNvSpPr>
          <p:nvPr>
            <p:ph type="body" sz="quarter" idx="40"/>
          </p:nvPr>
        </p:nvSpPr>
        <p:spPr>
          <a:xfrm>
            <a:off x="11950890" y="6372702"/>
            <a:ext cx="4907968" cy="2378691"/>
          </a:xfrm>
        </p:spPr>
        <p:txBody>
          <a:bodyPr>
            <a:noAutofit/>
          </a:bodyPr>
          <a:lstStyle>
            <a:lvl1pPr marL="0" indent="0">
              <a:lnSpc>
                <a:spcPct val="114000"/>
              </a:lnSpc>
              <a:buNone/>
              <a:tabLst>
                <a:tab pos="590262" algn="l"/>
                <a:tab pos="1890192" algn="l"/>
              </a:tabLst>
              <a:defRPr sz="1704" b="0" i="0">
                <a:latin typeface="TID UI" panose="02000503000000020004" pitchFamily="2" charset="0"/>
              </a:defRPr>
            </a:lvl1pPr>
            <a:lvl2pPr>
              <a:defRPr sz="1704"/>
            </a:lvl2pPr>
            <a:lvl3pPr>
              <a:defRPr sz="1704"/>
            </a:lvl3pPr>
            <a:lvl4pPr>
              <a:defRPr sz="1704"/>
            </a:lvl4pPr>
            <a:lvl5pPr>
              <a:defRPr sz="1704"/>
            </a:lvl5pPr>
          </a:lstStyle>
          <a:p>
            <a:pPr lvl="0"/>
            <a:endParaRPr lang="nb-NO"/>
          </a:p>
        </p:txBody>
      </p:sp>
      <p:sp>
        <p:nvSpPr>
          <p:cNvPr id="11" name="Plassholder for bilde 7">
            <a:extLst>
              <a:ext uri="{FF2B5EF4-FFF2-40B4-BE49-F238E27FC236}">
                <a16:creationId xmlns:a16="http://schemas.microsoft.com/office/drawing/2014/main" id="{F7C962A4-85C0-6512-8598-F9B311D9E5AD}"/>
              </a:ext>
            </a:extLst>
          </p:cNvPr>
          <p:cNvSpPr>
            <a:spLocks noGrp="1"/>
          </p:cNvSpPr>
          <p:nvPr>
            <p:ph type="pic" sz="quarter" idx="44"/>
          </p:nvPr>
        </p:nvSpPr>
        <p:spPr>
          <a:xfrm>
            <a:off x="925746" y="878045"/>
            <a:ext cx="4073928" cy="3537920"/>
          </a:xfrm>
          <a:prstGeom prst="roundRect">
            <a:avLst>
              <a:gd name="adj" fmla="val 4779"/>
            </a:avLst>
          </a:prstGeom>
          <a:solidFill>
            <a:srgbClr val="FAF9F8"/>
          </a:solidFill>
        </p:spPr>
        <p:txBody>
          <a:bodyPr/>
          <a:lstStyle>
            <a:lvl1pPr marL="0" indent="0">
              <a:buNone/>
              <a:defRPr b="0" i="0">
                <a:solidFill>
                  <a:schemeClr val="tx1">
                    <a:lumMod val="50000"/>
                    <a:lumOff val="50000"/>
                  </a:schemeClr>
                </a:solidFill>
                <a:latin typeface="TID UI" panose="02000503000000020004" pitchFamily="2" charset="0"/>
              </a:defRPr>
            </a:lvl1pPr>
          </a:lstStyle>
          <a:p>
            <a:endParaRPr lang="nb-NO"/>
          </a:p>
        </p:txBody>
      </p:sp>
      <p:sp>
        <p:nvSpPr>
          <p:cNvPr id="12" name="Plassholder for bilde 7">
            <a:extLst>
              <a:ext uri="{FF2B5EF4-FFF2-40B4-BE49-F238E27FC236}">
                <a16:creationId xmlns:a16="http://schemas.microsoft.com/office/drawing/2014/main" id="{EB414CD0-4CEB-80D7-C623-9F7842D8B77F}"/>
              </a:ext>
            </a:extLst>
          </p:cNvPr>
          <p:cNvSpPr>
            <a:spLocks noGrp="1"/>
          </p:cNvSpPr>
          <p:nvPr>
            <p:ph type="pic" sz="quarter" idx="45"/>
          </p:nvPr>
        </p:nvSpPr>
        <p:spPr>
          <a:xfrm>
            <a:off x="6673397" y="872561"/>
            <a:ext cx="4073928" cy="3537920"/>
          </a:xfrm>
          <a:prstGeom prst="roundRect">
            <a:avLst>
              <a:gd name="adj" fmla="val 4779"/>
            </a:avLst>
          </a:prstGeom>
          <a:solidFill>
            <a:srgbClr val="FAF9F8"/>
          </a:solidFill>
        </p:spPr>
        <p:txBody>
          <a:bodyPr/>
          <a:lstStyle>
            <a:lvl1pPr marL="0" indent="0">
              <a:buNone/>
              <a:defRPr b="0" i="0">
                <a:solidFill>
                  <a:schemeClr val="tx1">
                    <a:lumMod val="50000"/>
                    <a:lumOff val="50000"/>
                  </a:schemeClr>
                </a:solidFill>
                <a:latin typeface="TID UI" panose="02000503000000020004" pitchFamily="2" charset="0"/>
              </a:defRPr>
            </a:lvl1pPr>
          </a:lstStyle>
          <a:p>
            <a:endParaRPr lang="nb-NO"/>
          </a:p>
        </p:txBody>
      </p:sp>
      <p:sp>
        <p:nvSpPr>
          <p:cNvPr id="13" name="Plassholder for bilde 7">
            <a:extLst>
              <a:ext uri="{FF2B5EF4-FFF2-40B4-BE49-F238E27FC236}">
                <a16:creationId xmlns:a16="http://schemas.microsoft.com/office/drawing/2014/main" id="{7A565A2B-E6F0-8078-7E50-C3B80B7A0AE7}"/>
              </a:ext>
            </a:extLst>
          </p:cNvPr>
          <p:cNvSpPr>
            <a:spLocks noGrp="1"/>
          </p:cNvSpPr>
          <p:nvPr>
            <p:ph type="pic" sz="quarter" idx="46"/>
          </p:nvPr>
        </p:nvSpPr>
        <p:spPr>
          <a:xfrm>
            <a:off x="12407500" y="878046"/>
            <a:ext cx="4073928" cy="3537920"/>
          </a:xfrm>
          <a:prstGeom prst="roundRect">
            <a:avLst>
              <a:gd name="adj" fmla="val 4779"/>
            </a:avLst>
          </a:prstGeom>
          <a:solidFill>
            <a:srgbClr val="FAF9F8"/>
          </a:solidFill>
        </p:spPr>
        <p:txBody>
          <a:bodyPr/>
          <a:lstStyle>
            <a:lvl1pPr marL="0" indent="0">
              <a:buNone/>
              <a:defRPr b="0" i="0">
                <a:solidFill>
                  <a:schemeClr val="tx1">
                    <a:lumMod val="50000"/>
                    <a:lumOff val="50000"/>
                  </a:schemeClr>
                </a:solidFill>
                <a:latin typeface="TID UI" panose="02000503000000020004" pitchFamily="2" charset="0"/>
              </a:defRPr>
            </a:lvl1pPr>
          </a:lstStyle>
          <a:p>
            <a:endParaRPr lang="nb-NO"/>
          </a:p>
        </p:txBody>
      </p:sp>
      <p:sp>
        <p:nvSpPr>
          <p:cNvPr id="17" name="Plassholder for tekst 16">
            <a:extLst>
              <a:ext uri="{FF2B5EF4-FFF2-40B4-BE49-F238E27FC236}">
                <a16:creationId xmlns:a16="http://schemas.microsoft.com/office/drawing/2014/main" id="{7E3ABB62-A885-6243-D615-074BC6579D75}"/>
              </a:ext>
            </a:extLst>
          </p:cNvPr>
          <p:cNvSpPr>
            <a:spLocks noGrp="1"/>
          </p:cNvSpPr>
          <p:nvPr>
            <p:ph type="body" sz="quarter" idx="47"/>
          </p:nvPr>
        </p:nvSpPr>
        <p:spPr>
          <a:xfrm>
            <a:off x="6210623" y="5552193"/>
            <a:ext cx="4942976" cy="437655"/>
          </a:xfrm>
        </p:spPr>
        <p:txBody>
          <a:bodyPr anchor="b" anchorCtr="0">
            <a:spAutoFit/>
          </a:bodyPr>
          <a:lstStyle>
            <a:lvl1pPr marL="0" indent="0">
              <a:lnSpc>
                <a:spcPct val="100000"/>
              </a:lnSpc>
              <a:buFont typeface="+mj-lt"/>
              <a:buNone/>
              <a:defRPr sz="2838" b="0" i="0">
                <a:latin typeface="TID UI Medium" panose="02000503000000020004" pitchFamily="2" charset="0"/>
                <a:ea typeface="TID UI Medium" panose="02000503000000020004" pitchFamily="2" charset="0"/>
                <a:cs typeface="TID UI Medium" panose="02000503000000020004" pitchFamily="2" charset="0"/>
              </a:defRPr>
            </a:lvl1pPr>
            <a:lvl2pPr marL="319310" indent="0">
              <a:buFont typeface="+mj-lt"/>
              <a:buNone/>
              <a:defRPr sz="2838"/>
            </a:lvl2pPr>
            <a:lvl3pPr marL="638620" indent="0">
              <a:buFont typeface="+mj-lt"/>
              <a:buNone/>
              <a:defRPr sz="2838"/>
            </a:lvl3pPr>
            <a:lvl4pPr marL="957930" indent="0">
              <a:buFont typeface="+mj-lt"/>
              <a:buNone/>
              <a:defRPr sz="2838"/>
            </a:lvl4pPr>
            <a:lvl5pPr marL="1277240" indent="0">
              <a:buFont typeface="+mj-lt"/>
              <a:buNone/>
              <a:defRPr sz="2838"/>
            </a:lvl5pPr>
          </a:lstStyle>
          <a:p>
            <a:pPr lvl="0"/>
            <a:endParaRPr lang="nb-NO"/>
          </a:p>
        </p:txBody>
      </p:sp>
      <p:sp>
        <p:nvSpPr>
          <p:cNvPr id="18" name="Plassholder for tekst 16">
            <a:extLst>
              <a:ext uri="{FF2B5EF4-FFF2-40B4-BE49-F238E27FC236}">
                <a16:creationId xmlns:a16="http://schemas.microsoft.com/office/drawing/2014/main" id="{908DAB03-12FE-FECA-71EE-5EF3480D5FE2}"/>
              </a:ext>
            </a:extLst>
          </p:cNvPr>
          <p:cNvSpPr>
            <a:spLocks noGrp="1"/>
          </p:cNvSpPr>
          <p:nvPr>
            <p:ph type="body" sz="quarter" idx="48"/>
          </p:nvPr>
        </p:nvSpPr>
        <p:spPr>
          <a:xfrm>
            <a:off x="11970720" y="5545612"/>
            <a:ext cx="4897772" cy="437655"/>
          </a:xfrm>
        </p:spPr>
        <p:txBody>
          <a:bodyPr wrap="square" anchor="b" anchorCtr="0">
            <a:spAutoFit/>
          </a:bodyPr>
          <a:lstStyle>
            <a:lvl1pPr marL="0" indent="0">
              <a:lnSpc>
                <a:spcPct val="100000"/>
              </a:lnSpc>
              <a:buFont typeface="+mj-lt"/>
              <a:buNone/>
              <a:defRPr sz="2838" b="0" i="0">
                <a:latin typeface="TID UI Medium" panose="02000503000000020004" pitchFamily="2" charset="0"/>
                <a:ea typeface="TID UI Medium" panose="02000503000000020004" pitchFamily="2" charset="0"/>
                <a:cs typeface="TID UI Medium" panose="02000503000000020004" pitchFamily="2" charset="0"/>
              </a:defRPr>
            </a:lvl1pPr>
            <a:lvl2pPr marL="319310" indent="0">
              <a:buFont typeface="+mj-lt"/>
              <a:buNone/>
              <a:defRPr sz="2838"/>
            </a:lvl2pPr>
            <a:lvl3pPr marL="638620" indent="0">
              <a:buFont typeface="+mj-lt"/>
              <a:buNone/>
              <a:defRPr sz="2838"/>
            </a:lvl3pPr>
            <a:lvl4pPr marL="957930" indent="0">
              <a:buFont typeface="+mj-lt"/>
              <a:buNone/>
              <a:defRPr sz="2838"/>
            </a:lvl4pPr>
            <a:lvl5pPr marL="1277240" indent="0">
              <a:buFont typeface="+mj-lt"/>
              <a:buNone/>
              <a:defRPr sz="2838"/>
            </a:lvl5pPr>
          </a:lstStyle>
          <a:p>
            <a:pPr lvl="0"/>
            <a:endParaRPr lang="nb-NO"/>
          </a:p>
        </p:txBody>
      </p:sp>
    </p:spTree>
    <p:extLst>
      <p:ext uri="{BB962C8B-B14F-4D97-AF65-F5344CB8AC3E}">
        <p14:creationId xmlns:p14="http://schemas.microsoft.com/office/powerpoint/2010/main" val="36489791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 felter med bilder">
    <p:bg>
      <p:bgPr>
        <a:solidFill>
          <a:schemeClr val="bg1"/>
        </a:solidFill>
        <a:effectLst/>
      </p:bgPr>
    </p:bg>
    <p:spTree>
      <p:nvGrpSpPr>
        <p:cNvPr id="1" name=""/>
        <p:cNvGrpSpPr/>
        <p:nvPr/>
      </p:nvGrpSpPr>
      <p:grpSpPr>
        <a:xfrm>
          <a:off x="0" y="0"/>
          <a:ext cx="0" cy="0"/>
          <a:chOff x="0" y="0"/>
          <a:chExt cx="0" cy="0"/>
        </a:xfrm>
      </p:grpSpPr>
      <p:pic>
        <p:nvPicPr>
          <p:cNvPr id="5" name="Grafikk 4">
            <a:extLst>
              <a:ext uri="{FF2B5EF4-FFF2-40B4-BE49-F238E27FC236}">
                <a16:creationId xmlns:a16="http://schemas.microsoft.com/office/drawing/2014/main" id="{948C9B9A-5EDF-C7C2-48EA-766DC2FE417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12447" y="8783106"/>
            <a:ext cx="561463" cy="483761"/>
          </a:xfrm>
          <a:prstGeom prst="rect">
            <a:avLst/>
          </a:prstGeom>
        </p:spPr>
      </p:pic>
      <p:sp>
        <p:nvSpPr>
          <p:cNvPr id="2" name="Title 1"/>
          <p:cNvSpPr>
            <a:spLocks noGrp="1"/>
          </p:cNvSpPr>
          <p:nvPr>
            <p:ph type="title"/>
          </p:nvPr>
        </p:nvSpPr>
        <p:spPr>
          <a:xfrm>
            <a:off x="506156" y="5554394"/>
            <a:ext cx="4887349" cy="437655"/>
          </a:xfrm>
        </p:spPr>
        <p:txBody>
          <a:bodyPr>
            <a:spAutoFit/>
          </a:bodyPr>
          <a:lstStyle>
            <a:lvl1pPr>
              <a:lnSpc>
                <a:spcPct val="100000"/>
              </a:lnSpc>
              <a:defRPr sz="2838" spc="-43" baseline="0">
                <a:solidFill>
                  <a:schemeClr val="tx2"/>
                </a:solidFill>
                <a:latin typeface="+mj-lt"/>
              </a:defRPr>
            </a:lvl1pPr>
          </a:lstStyle>
          <a:p>
            <a:endParaRPr lang="nb-NO"/>
          </a:p>
        </p:txBody>
      </p:sp>
      <p:sp>
        <p:nvSpPr>
          <p:cNvPr id="28" name="Plassholder for tekst 27">
            <a:extLst>
              <a:ext uri="{FF2B5EF4-FFF2-40B4-BE49-F238E27FC236}">
                <a16:creationId xmlns:a16="http://schemas.microsoft.com/office/drawing/2014/main" id="{95571738-59BA-6C11-2C6C-344D7020245A}"/>
              </a:ext>
            </a:extLst>
          </p:cNvPr>
          <p:cNvSpPr>
            <a:spLocks noGrp="1"/>
          </p:cNvSpPr>
          <p:nvPr>
            <p:ph type="body" sz="quarter" idx="38"/>
          </p:nvPr>
        </p:nvSpPr>
        <p:spPr>
          <a:xfrm>
            <a:off x="6218529" y="6372702"/>
            <a:ext cx="4907968" cy="2378691"/>
          </a:xfrm>
        </p:spPr>
        <p:txBody>
          <a:bodyPr>
            <a:noAutofit/>
          </a:bodyPr>
          <a:lstStyle>
            <a:lvl1pPr marL="0" indent="0">
              <a:lnSpc>
                <a:spcPct val="114000"/>
              </a:lnSpc>
              <a:buNone/>
              <a:tabLst>
                <a:tab pos="590262" algn="l"/>
                <a:tab pos="1890192" algn="l"/>
              </a:tabLst>
              <a:defRPr sz="1704" b="0" i="0">
                <a:latin typeface="TID UI" panose="02000503000000020004" pitchFamily="2" charset="0"/>
              </a:defRPr>
            </a:lvl1pPr>
            <a:lvl2pPr>
              <a:defRPr sz="1704"/>
            </a:lvl2pPr>
            <a:lvl3pPr>
              <a:defRPr sz="1704"/>
            </a:lvl3pPr>
            <a:lvl4pPr>
              <a:defRPr sz="1704"/>
            </a:lvl4pPr>
            <a:lvl5pPr>
              <a:defRPr sz="1704"/>
            </a:lvl5pPr>
          </a:lstStyle>
          <a:p>
            <a:pPr lvl="0"/>
            <a:endParaRPr lang="nb-NO"/>
          </a:p>
        </p:txBody>
      </p:sp>
      <p:sp>
        <p:nvSpPr>
          <p:cNvPr id="30" name="Plassholder for tekst 27">
            <a:extLst>
              <a:ext uri="{FF2B5EF4-FFF2-40B4-BE49-F238E27FC236}">
                <a16:creationId xmlns:a16="http://schemas.microsoft.com/office/drawing/2014/main" id="{CF639DD2-BCF7-D666-9062-5A151C33CB34}"/>
              </a:ext>
            </a:extLst>
          </p:cNvPr>
          <p:cNvSpPr>
            <a:spLocks noGrp="1"/>
          </p:cNvSpPr>
          <p:nvPr>
            <p:ph type="body" sz="quarter" idx="39"/>
          </p:nvPr>
        </p:nvSpPr>
        <p:spPr>
          <a:xfrm>
            <a:off x="506155" y="6372702"/>
            <a:ext cx="4907968" cy="2378691"/>
          </a:xfrm>
        </p:spPr>
        <p:txBody>
          <a:bodyPr>
            <a:noAutofit/>
          </a:bodyPr>
          <a:lstStyle>
            <a:lvl1pPr marL="0" indent="0">
              <a:lnSpc>
                <a:spcPct val="114000"/>
              </a:lnSpc>
              <a:buNone/>
              <a:tabLst>
                <a:tab pos="590262" algn="l"/>
                <a:tab pos="1890192" algn="l"/>
              </a:tabLst>
              <a:defRPr sz="1704" b="0" i="0">
                <a:latin typeface="TID UI" panose="02000503000000020004" pitchFamily="2" charset="0"/>
              </a:defRPr>
            </a:lvl1pPr>
            <a:lvl2pPr>
              <a:defRPr sz="1704"/>
            </a:lvl2pPr>
            <a:lvl3pPr>
              <a:defRPr sz="1704"/>
            </a:lvl3pPr>
            <a:lvl4pPr>
              <a:defRPr sz="1704"/>
            </a:lvl4pPr>
            <a:lvl5pPr>
              <a:defRPr sz="1704"/>
            </a:lvl5pPr>
          </a:lstStyle>
          <a:p>
            <a:pPr lvl="0"/>
            <a:endParaRPr lang="nb-NO"/>
          </a:p>
        </p:txBody>
      </p:sp>
      <p:sp>
        <p:nvSpPr>
          <p:cNvPr id="31" name="Plassholder for tekst 27">
            <a:extLst>
              <a:ext uri="{FF2B5EF4-FFF2-40B4-BE49-F238E27FC236}">
                <a16:creationId xmlns:a16="http://schemas.microsoft.com/office/drawing/2014/main" id="{D55C6C97-FEFE-F39B-E16C-D33410D3B7F9}"/>
              </a:ext>
            </a:extLst>
          </p:cNvPr>
          <p:cNvSpPr>
            <a:spLocks noGrp="1"/>
          </p:cNvSpPr>
          <p:nvPr>
            <p:ph type="body" sz="quarter" idx="40"/>
          </p:nvPr>
        </p:nvSpPr>
        <p:spPr>
          <a:xfrm>
            <a:off x="11950890" y="6372702"/>
            <a:ext cx="4907968" cy="2378691"/>
          </a:xfrm>
        </p:spPr>
        <p:txBody>
          <a:bodyPr>
            <a:noAutofit/>
          </a:bodyPr>
          <a:lstStyle>
            <a:lvl1pPr marL="0" indent="0">
              <a:lnSpc>
                <a:spcPct val="114000"/>
              </a:lnSpc>
              <a:buNone/>
              <a:tabLst>
                <a:tab pos="590262" algn="l"/>
                <a:tab pos="1890192" algn="l"/>
              </a:tabLst>
              <a:defRPr sz="1704" b="0" i="0">
                <a:latin typeface="TID UI" panose="02000503000000020004" pitchFamily="2" charset="0"/>
              </a:defRPr>
            </a:lvl1pPr>
            <a:lvl2pPr>
              <a:defRPr sz="1704"/>
            </a:lvl2pPr>
            <a:lvl3pPr>
              <a:defRPr sz="1704"/>
            </a:lvl3pPr>
            <a:lvl4pPr>
              <a:defRPr sz="1704"/>
            </a:lvl4pPr>
            <a:lvl5pPr>
              <a:defRPr sz="1704"/>
            </a:lvl5pPr>
          </a:lstStyle>
          <a:p>
            <a:pPr lvl="0"/>
            <a:endParaRPr lang="nb-NO"/>
          </a:p>
        </p:txBody>
      </p:sp>
      <p:sp>
        <p:nvSpPr>
          <p:cNvPr id="11" name="Plassholder for bilde 7">
            <a:extLst>
              <a:ext uri="{FF2B5EF4-FFF2-40B4-BE49-F238E27FC236}">
                <a16:creationId xmlns:a16="http://schemas.microsoft.com/office/drawing/2014/main" id="{F7C962A4-85C0-6512-8598-F9B311D9E5AD}"/>
              </a:ext>
            </a:extLst>
          </p:cNvPr>
          <p:cNvSpPr>
            <a:spLocks noGrp="1"/>
          </p:cNvSpPr>
          <p:nvPr>
            <p:ph type="pic" sz="quarter" idx="44"/>
          </p:nvPr>
        </p:nvSpPr>
        <p:spPr>
          <a:xfrm>
            <a:off x="497980" y="524813"/>
            <a:ext cx="4929454" cy="4352324"/>
          </a:xfrm>
          <a:prstGeom prst="roundRect">
            <a:avLst>
              <a:gd name="adj" fmla="val 4779"/>
            </a:avLst>
          </a:prstGeom>
          <a:solidFill>
            <a:srgbClr val="FAF9F8"/>
          </a:solidFill>
        </p:spPr>
        <p:txBody>
          <a:bodyPr/>
          <a:lstStyle>
            <a:lvl1pPr marL="0" indent="0">
              <a:buNone/>
              <a:defRPr b="0" i="0">
                <a:solidFill>
                  <a:schemeClr val="tx1">
                    <a:lumMod val="50000"/>
                    <a:lumOff val="50000"/>
                  </a:schemeClr>
                </a:solidFill>
                <a:latin typeface="TID UI" panose="02000503000000020004" pitchFamily="2" charset="0"/>
              </a:defRPr>
            </a:lvl1pPr>
          </a:lstStyle>
          <a:p>
            <a:endParaRPr lang="nb-NO"/>
          </a:p>
        </p:txBody>
      </p:sp>
      <p:sp>
        <p:nvSpPr>
          <p:cNvPr id="12" name="Plassholder for bilde 7">
            <a:extLst>
              <a:ext uri="{FF2B5EF4-FFF2-40B4-BE49-F238E27FC236}">
                <a16:creationId xmlns:a16="http://schemas.microsoft.com/office/drawing/2014/main" id="{EB414CD0-4CEB-80D7-C623-9F7842D8B77F}"/>
              </a:ext>
            </a:extLst>
          </p:cNvPr>
          <p:cNvSpPr>
            <a:spLocks noGrp="1"/>
          </p:cNvSpPr>
          <p:nvPr>
            <p:ph type="pic" sz="quarter" idx="45"/>
          </p:nvPr>
        </p:nvSpPr>
        <p:spPr>
          <a:xfrm>
            <a:off x="6245634" y="524813"/>
            <a:ext cx="4929454" cy="4352324"/>
          </a:xfrm>
          <a:prstGeom prst="roundRect">
            <a:avLst>
              <a:gd name="adj" fmla="val 4779"/>
            </a:avLst>
          </a:prstGeom>
          <a:solidFill>
            <a:srgbClr val="FAF9F8"/>
          </a:solidFill>
        </p:spPr>
        <p:txBody>
          <a:bodyPr/>
          <a:lstStyle>
            <a:lvl1pPr marL="0" indent="0">
              <a:buNone/>
              <a:defRPr b="0" i="0">
                <a:solidFill>
                  <a:schemeClr val="tx1">
                    <a:lumMod val="50000"/>
                    <a:lumOff val="50000"/>
                  </a:schemeClr>
                </a:solidFill>
                <a:latin typeface="TID UI" panose="02000503000000020004" pitchFamily="2" charset="0"/>
              </a:defRPr>
            </a:lvl1pPr>
          </a:lstStyle>
          <a:p>
            <a:endParaRPr lang="nb-NO"/>
          </a:p>
        </p:txBody>
      </p:sp>
      <p:sp>
        <p:nvSpPr>
          <p:cNvPr id="13" name="Plassholder for bilde 7">
            <a:extLst>
              <a:ext uri="{FF2B5EF4-FFF2-40B4-BE49-F238E27FC236}">
                <a16:creationId xmlns:a16="http://schemas.microsoft.com/office/drawing/2014/main" id="{7A565A2B-E6F0-8078-7E50-C3B80B7A0AE7}"/>
              </a:ext>
            </a:extLst>
          </p:cNvPr>
          <p:cNvSpPr>
            <a:spLocks noGrp="1"/>
          </p:cNvSpPr>
          <p:nvPr>
            <p:ph type="pic" sz="quarter" idx="46"/>
          </p:nvPr>
        </p:nvSpPr>
        <p:spPr>
          <a:xfrm>
            <a:off x="11939037" y="524813"/>
            <a:ext cx="4929454" cy="4352324"/>
          </a:xfrm>
          <a:prstGeom prst="roundRect">
            <a:avLst>
              <a:gd name="adj" fmla="val 4779"/>
            </a:avLst>
          </a:prstGeom>
          <a:solidFill>
            <a:srgbClr val="FAF9F8"/>
          </a:solidFill>
        </p:spPr>
        <p:txBody>
          <a:bodyPr/>
          <a:lstStyle>
            <a:lvl1pPr marL="0" indent="0">
              <a:buNone/>
              <a:defRPr b="0" i="0">
                <a:solidFill>
                  <a:schemeClr val="tx1">
                    <a:lumMod val="50000"/>
                    <a:lumOff val="50000"/>
                  </a:schemeClr>
                </a:solidFill>
                <a:latin typeface="TID UI" panose="02000503000000020004" pitchFamily="2" charset="0"/>
              </a:defRPr>
            </a:lvl1pPr>
          </a:lstStyle>
          <a:p>
            <a:endParaRPr lang="nb-NO"/>
          </a:p>
        </p:txBody>
      </p:sp>
      <p:sp>
        <p:nvSpPr>
          <p:cNvPr id="17" name="Plassholder for tekst 16">
            <a:extLst>
              <a:ext uri="{FF2B5EF4-FFF2-40B4-BE49-F238E27FC236}">
                <a16:creationId xmlns:a16="http://schemas.microsoft.com/office/drawing/2014/main" id="{7E3ABB62-A885-6243-D615-074BC6579D75}"/>
              </a:ext>
            </a:extLst>
          </p:cNvPr>
          <p:cNvSpPr>
            <a:spLocks noGrp="1"/>
          </p:cNvSpPr>
          <p:nvPr>
            <p:ph type="body" sz="quarter" idx="47"/>
          </p:nvPr>
        </p:nvSpPr>
        <p:spPr>
          <a:xfrm>
            <a:off x="6210623" y="5552193"/>
            <a:ext cx="4942976" cy="437655"/>
          </a:xfrm>
        </p:spPr>
        <p:txBody>
          <a:bodyPr anchor="b" anchorCtr="0">
            <a:spAutoFit/>
          </a:bodyPr>
          <a:lstStyle>
            <a:lvl1pPr marL="0" indent="0">
              <a:lnSpc>
                <a:spcPct val="100000"/>
              </a:lnSpc>
              <a:buFont typeface="+mj-lt"/>
              <a:buNone/>
              <a:defRPr sz="2838" b="0" i="0">
                <a:latin typeface="TID UI Medium" panose="02000503000000020004" pitchFamily="2" charset="0"/>
                <a:ea typeface="TID UI Medium" panose="02000503000000020004" pitchFamily="2" charset="0"/>
                <a:cs typeface="TID UI Medium" panose="02000503000000020004" pitchFamily="2" charset="0"/>
              </a:defRPr>
            </a:lvl1pPr>
            <a:lvl2pPr marL="319310" indent="0">
              <a:buFont typeface="+mj-lt"/>
              <a:buNone/>
              <a:defRPr sz="2838"/>
            </a:lvl2pPr>
            <a:lvl3pPr marL="638620" indent="0">
              <a:buFont typeface="+mj-lt"/>
              <a:buNone/>
              <a:defRPr sz="2838"/>
            </a:lvl3pPr>
            <a:lvl4pPr marL="957930" indent="0">
              <a:buFont typeface="+mj-lt"/>
              <a:buNone/>
              <a:defRPr sz="2838"/>
            </a:lvl4pPr>
            <a:lvl5pPr marL="1277240" indent="0">
              <a:buFont typeface="+mj-lt"/>
              <a:buNone/>
              <a:defRPr sz="2838"/>
            </a:lvl5pPr>
          </a:lstStyle>
          <a:p>
            <a:pPr lvl="0"/>
            <a:endParaRPr lang="nb-NO"/>
          </a:p>
        </p:txBody>
      </p:sp>
      <p:sp>
        <p:nvSpPr>
          <p:cNvPr id="18" name="Plassholder for tekst 16">
            <a:extLst>
              <a:ext uri="{FF2B5EF4-FFF2-40B4-BE49-F238E27FC236}">
                <a16:creationId xmlns:a16="http://schemas.microsoft.com/office/drawing/2014/main" id="{908DAB03-12FE-FECA-71EE-5EF3480D5FE2}"/>
              </a:ext>
            </a:extLst>
          </p:cNvPr>
          <p:cNvSpPr>
            <a:spLocks noGrp="1"/>
          </p:cNvSpPr>
          <p:nvPr>
            <p:ph type="body" sz="quarter" idx="48"/>
          </p:nvPr>
        </p:nvSpPr>
        <p:spPr>
          <a:xfrm>
            <a:off x="11970718" y="5545612"/>
            <a:ext cx="4942976" cy="437655"/>
          </a:xfrm>
        </p:spPr>
        <p:txBody>
          <a:bodyPr anchor="b" anchorCtr="0">
            <a:spAutoFit/>
          </a:bodyPr>
          <a:lstStyle>
            <a:lvl1pPr marL="0" indent="0">
              <a:lnSpc>
                <a:spcPct val="100000"/>
              </a:lnSpc>
              <a:buFont typeface="+mj-lt"/>
              <a:buNone/>
              <a:defRPr sz="2838" b="0" i="0">
                <a:latin typeface="TID UI Medium" panose="02000503000000020004" pitchFamily="2" charset="0"/>
                <a:ea typeface="TID UI Medium" panose="02000503000000020004" pitchFamily="2" charset="0"/>
                <a:cs typeface="TID UI Medium" panose="02000503000000020004" pitchFamily="2" charset="0"/>
              </a:defRPr>
            </a:lvl1pPr>
            <a:lvl2pPr marL="319310" indent="0">
              <a:buFont typeface="+mj-lt"/>
              <a:buNone/>
              <a:defRPr sz="2838"/>
            </a:lvl2pPr>
            <a:lvl3pPr marL="638620" indent="0">
              <a:buFont typeface="+mj-lt"/>
              <a:buNone/>
              <a:defRPr sz="2838"/>
            </a:lvl3pPr>
            <a:lvl4pPr marL="957930" indent="0">
              <a:buFont typeface="+mj-lt"/>
              <a:buNone/>
              <a:defRPr sz="2838"/>
            </a:lvl4pPr>
            <a:lvl5pPr marL="1277240" indent="0">
              <a:buFont typeface="+mj-lt"/>
              <a:buNone/>
              <a:defRPr sz="2838"/>
            </a:lvl5pPr>
          </a:lstStyle>
          <a:p>
            <a:pPr lvl="0"/>
            <a:endParaRPr lang="nb-NO"/>
          </a:p>
        </p:txBody>
      </p:sp>
    </p:spTree>
    <p:extLst>
      <p:ext uri="{BB962C8B-B14F-4D97-AF65-F5344CB8AC3E}">
        <p14:creationId xmlns:p14="http://schemas.microsoft.com/office/powerpoint/2010/main" val="275990772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 innholdsfelt (blå)">
    <p:bg>
      <p:bgPr>
        <a:solidFill>
          <a:schemeClr val="lt1"/>
        </a:solidFill>
        <a:effectLst/>
      </p:bgPr>
    </p:bg>
    <p:spTree>
      <p:nvGrpSpPr>
        <p:cNvPr id="1" name=""/>
        <p:cNvGrpSpPr/>
        <p:nvPr/>
      </p:nvGrpSpPr>
      <p:grpSpPr>
        <a:xfrm>
          <a:off x="0" y="0"/>
          <a:ext cx="0" cy="0"/>
          <a:chOff x="0" y="0"/>
          <a:chExt cx="0" cy="0"/>
        </a:xfrm>
      </p:grpSpPr>
      <p:sp>
        <p:nvSpPr>
          <p:cNvPr id="21" name="Plassholder for tekst 12">
            <a:extLst>
              <a:ext uri="{FF2B5EF4-FFF2-40B4-BE49-F238E27FC236}">
                <a16:creationId xmlns:a16="http://schemas.microsoft.com/office/drawing/2014/main" id="{80714AFC-0B28-43E0-96AA-D2AD51DFB5F9}"/>
              </a:ext>
            </a:extLst>
          </p:cNvPr>
          <p:cNvSpPr>
            <a:spLocks noGrp="1"/>
          </p:cNvSpPr>
          <p:nvPr>
            <p:ph type="body" sz="quarter" idx="24" hasCustomPrompt="1"/>
          </p:nvPr>
        </p:nvSpPr>
        <p:spPr>
          <a:xfrm>
            <a:off x="489783" y="2311344"/>
            <a:ext cx="8048392" cy="6091820"/>
          </a:xfrm>
          <a:prstGeom prst="roundRect">
            <a:avLst>
              <a:gd name="adj" fmla="val 1760"/>
            </a:avLst>
          </a:prstGeom>
          <a:solidFill>
            <a:srgbClr val="F3F4FA"/>
          </a:solidFill>
          <a:ln w="12685" cap="flat">
            <a:noFill/>
            <a:prstDash val="solid"/>
            <a:miter/>
          </a:ln>
          <a:effectLst/>
        </p:spPr>
        <p:txBody>
          <a:bodyPr/>
          <a:lstStyle>
            <a:lvl1pPr marL="0" indent="0">
              <a:buNone/>
              <a:defRPr b="0" i="0">
                <a:solidFill>
                  <a:schemeClr val="bg1"/>
                </a:solidFill>
                <a:latin typeface="TID UI" panose="02000503000000020004" pitchFamily="2" charset="0"/>
              </a:defRPr>
            </a:lvl1pPr>
          </a:lstStyle>
          <a:p>
            <a:pPr lvl="0"/>
            <a:r>
              <a:rPr lang="nb-NO"/>
              <a:t> </a:t>
            </a:r>
          </a:p>
        </p:txBody>
      </p:sp>
      <p:sp>
        <p:nvSpPr>
          <p:cNvPr id="22" name="Plassholder for tekst 12">
            <a:extLst>
              <a:ext uri="{FF2B5EF4-FFF2-40B4-BE49-F238E27FC236}">
                <a16:creationId xmlns:a16="http://schemas.microsoft.com/office/drawing/2014/main" id="{809E7333-D3E7-4270-A967-0DE4D0A18EF2}"/>
              </a:ext>
            </a:extLst>
          </p:cNvPr>
          <p:cNvSpPr>
            <a:spLocks noGrp="1"/>
          </p:cNvSpPr>
          <p:nvPr>
            <p:ph type="body" sz="quarter" idx="25" hasCustomPrompt="1"/>
          </p:nvPr>
        </p:nvSpPr>
        <p:spPr>
          <a:xfrm>
            <a:off x="8796389" y="2309162"/>
            <a:ext cx="8048392" cy="6091820"/>
          </a:xfrm>
          <a:prstGeom prst="roundRect">
            <a:avLst>
              <a:gd name="adj" fmla="val 1760"/>
            </a:avLst>
          </a:prstGeom>
          <a:solidFill>
            <a:srgbClr val="F5F1EB"/>
          </a:solidFill>
          <a:ln w="12685" cap="flat">
            <a:noFill/>
            <a:prstDash val="solid"/>
            <a:miter/>
          </a:ln>
          <a:effectLst/>
        </p:spPr>
        <p:txBody>
          <a:bodyPr/>
          <a:lstStyle>
            <a:lvl1pPr marL="0" indent="0">
              <a:buNone/>
              <a:defRPr b="0" i="0">
                <a:solidFill>
                  <a:schemeClr val="bg1"/>
                </a:solidFill>
                <a:latin typeface="TID UI" panose="02000503000000020004" pitchFamily="2" charset="0"/>
              </a:defRPr>
            </a:lvl1pPr>
          </a:lstStyle>
          <a:p>
            <a:pPr lvl="0"/>
            <a:r>
              <a:rPr lang="nb-NO"/>
              <a:t> </a:t>
            </a:r>
          </a:p>
        </p:txBody>
      </p:sp>
      <p:sp>
        <p:nvSpPr>
          <p:cNvPr id="3" name="Content Placeholder 2"/>
          <p:cNvSpPr>
            <a:spLocks noGrp="1"/>
          </p:cNvSpPr>
          <p:nvPr>
            <p:ph idx="1"/>
          </p:nvPr>
        </p:nvSpPr>
        <p:spPr>
          <a:xfrm>
            <a:off x="928650" y="3275586"/>
            <a:ext cx="7170654" cy="4793221"/>
          </a:xfrm>
        </p:spPr>
        <p:txBody>
          <a:bodyPr>
            <a:normAutofit/>
          </a:bodyPr>
          <a:lstStyle>
            <a:lvl1pPr marL="0" indent="-253453">
              <a:lnSpc>
                <a:spcPct val="114000"/>
              </a:lnSpc>
              <a:spcBef>
                <a:spcPts val="0"/>
              </a:spcBef>
              <a:buNone/>
              <a:tabLst>
                <a:tab pos="723184" algn="l"/>
                <a:tab pos="1919480" algn="l"/>
                <a:tab pos="3175477" algn="l"/>
                <a:tab pos="4475407" algn="l"/>
              </a:tabLst>
              <a:defRPr sz="2554" b="0" i="0">
                <a:latin typeface="TID UI" panose="02000503000000020004" pitchFamily="2" charset="0"/>
              </a:defRPr>
            </a:lvl1pPr>
            <a:lvl2pPr>
              <a:lnSpc>
                <a:spcPts val="2413"/>
              </a:lnSpc>
              <a:defRPr sz="1704"/>
            </a:lvl2pPr>
            <a:lvl3pPr>
              <a:lnSpc>
                <a:spcPts val="2413"/>
              </a:lnSpc>
              <a:defRPr sz="1704"/>
            </a:lvl3pPr>
            <a:lvl4pPr>
              <a:lnSpc>
                <a:spcPts val="2413"/>
              </a:lnSpc>
              <a:defRPr sz="1704"/>
            </a:lvl4pPr>
            <a:lvl5pPr>
              <a:lnSpc>
                <a:spcPts val="2413"/>
              </a:lnSpc>
              <a:defRPr sz="1704"/>
            </a:lvl5pPr>
          </a:lstStyle>
          <a:p>
            <a:pPr lvl="0"/>
            <a:endParaRPr lang="nb-NO"/>
          </a:p>
        </p:txBody>
      </p:sp>
      <p:sp>
        <p:nvSpPr>
          <p:cNvPr id="25" name="Content Placeholder 2">
            <a:extLst>
              <a:ext uri="{FF2B5EF4-FFF2-40B4-BE49-F238E27FC236}">
                <a16:creationId xmlns:a16="http://schemas.microsoft.com/office/drawing/2014/main" id="{1A530C78-E017-44A1-88C0-C99FDD94BBC3}"/>
              </a:ext>
            </a:extLst>
          </p:cNvPr>
          <p:cNvSpPr>
            <a:spLocks noGrp="1"/>
          </p:cNvSpPr>
          <p:nvPr>
            <p:ph idx="13"/>
          </p:nvPr>
        </p:nvSpPr>
        <p:spPr>
          <a:xfrm>
            <a:off x="9235256" y="3275586"/>
            <a:ext cx="7170654" cy="4793221"/>
          </a:xfrm>
        </p:spPr>
        <p:txBody>
          <a:bodyPr>
            <a:normAutofit/>
          </a:bodyPr>
          <a:lstStyle>
            <a:lvl1pPr marL="0" indent="-239935">
              <a:lnSpc>
                <a:spcPct val="114000"/>
              </a:lnSpc>
              <a:spcBef>
                <a:spcPts val="0"/>
              </a:spcBef>
              <a:buNone/>
              <a:tabLst>
                <a:tab pos="752473" algn="l"/>
                <a:tab pos="1254871" algn="l"/>
                <a:tab pos="1877801" algn="l"/>
                <a:tab pos="2540157" algn="l"/>
                <a:tab pos="3176603" algn="l"/>
              </a:tabLst>
              <a:defRPr sz="2554" b="0" i="0">
                <a:latin typeface="TID UI" panose="02000503000000020004" pitchFamily="2" charset="0"/>
              </a:defRPr>
            </a:lvl1pPr>
            <a:lvl2pPr>
              <a:lnSpc>
                <a:spcPts val="2413"/>
              </a:lnSpc>
              <a:defRPr sz="1704"/>
            </a:lvl2pPr>
            <a:lvl3pPr>
              <a:lnSpc>
                <a:spcPts val="2413"/>
              </a:lnSpc>
              <a:defRPr sz="1704"/>
            </a:lvl3pPr>
            <a:lvl4pPr>
              <a:lnSpc>
                <a:spcPts val="2413"/>
              </a:lnSpc>
              <a:defRPr sz="1704"/>
            </a:lvl4pPr>
            <a:lvl5pPr>
              <a:lnSpc>
                <a:spcPts val="2413"/>
              </a:lnSpc>
              <a:defRPr sz="1704"/>
            </a:lvl5pPr>
          </a:lstStyle>
          <a:p>
            <a:pPr lvl="0"/>
            <a:endParaRPr lang="nb-NO"/>
          </a:p>
        </p:txBody>
      </p:sp>
      <p:sp>
        <p:nvSpPr>
          <p:cNvPr id="26" name="Plassholder for tekst 15">
            <a:extLst>
              <a:ext uri="{FF2B5EF4-FFF2-40B4-BE49-F238E27FC236}">
                <a16:creationId xmlns:a16="http://schemas.microsoft.com/office/drawing/2014/main" id="{83DBB647-9DA2-4FD6-A3B5-4FFAA2449864}"/>
              </a:ext>
            </a:extLst>
          </p:cNvPr>
          <p:cNvSpPr>
            <a:spLocks noGrp="1"/>
          </p:cNvSpPr>
          <p:nvPr>
            <p:ph type="body" sz="quarter" idx="14"/>
          </p:nvPr>
        </p:nvSpPr>
        <p:spPr>
          <a:xfrm>
            <a:off x="9235256" y="2681537"/>
            <a:ext cx="7170654" cy="401230"/>
          </a:xfrm>
        </p:spPr>
        <p:txBody>
          <a:bodyPr>
            <a:normAutofit/>
          </a:bodyPr>
          <a:lstStyle>
            <a:lvl1pPr marL="0" indent="0">
              <a:lnSpc>
                <a:spcPct val="100000"/>
              </a:lnSpc>
              <a:buNone/>
              <a:defRPr sz="2554">
                <a:solidFill>
                  <a:schemeClr val="tx2"/>
                </a:solidFill>
                <a:latin typeface="+mj-lt"/>
              </a:defRPr>
            </a:lvl1pPr>
          </a:lstStyle>
          <a:p>
            <a:pPr lvl="0"/>
            <a:endParaRPr lang="nb-NO"/>
          </a:p>
        </p:txBody>
      </p:sp>
      <p:sp>
        <p:nvSpPr>
          <p:cNvPr id="9" name="Plassholder for lysbildenummer 8">
            <a:extLst>
              <a:ext uri="{FF2B5EF4-FFF2-40B4-BE49-F238E27FC236}">
                <a16:creationId xmlns:a16="http://schemas.microsoft.com/office/drawing/2014/main" id="{14E82668-0C9C-463E-8484-6B36EE9DD1D3}"/>
              </a:ext>
            </a:extLst>
          </p:cNvPr>
          <p:cNvSpPr>
            <a:spLocks noGrp="1"/>
          </p:cNvSpPr>
          <p:nvPr>
            <p:ph type="sldNum" sz="quarter" idx="19"/>
          </p:nvPr>
        </p:nvSpPr>
        <p:spPr/>
        <p:txBody>
          <a:bodyPr/>
          <a:lstStyle>
            <a:lvl1pPr>
              <a:defRPr b="0" i="0">
                <a:latin typeface="TID UI" panose="02000503000000020004" pitchFamily="2" charset="0"/>
              </a:defRPr>
            </a:lvl1pPr>
          </a:lstStyle>
          <a:p>
            <a:fld id="{5BED8B3D-DD6F-4F15-AFB3-D382970B1B89}" type="slidenum">
              <a:rPr lang="nb-NO" smtClean="0"/>
              <a:pPr/>
              <a:t>‹#›</a:t>
            </a:fld>
            <a:endParaRPr lang="nb-NO"/>
          </a:p>
        </p:txBody>
      </p:sp>
      <p:pic>
        <p:nvPicPr>
          <p:cNvPr id="4" name="Grafikk 3">
            <a:extLst>
              <a:ext uri="{FF2B5EF4-FFF2-40B4-BE49-F238E27FC236}">
                <a16:creationId xmlns:a16="http://schemas.microsoft.com/office/drawing/2014/main" id="{AF0D7D22-D550-3B22-35DF-3ADFA51BF1E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12447" y="8783106"/>
            <a:ext cx="561463" cy="483761"/>
          </a:xfrm>
          <a:prstGeom prst="rect">
            <a:avLst/>
          </a:prstGeom>
        </p:spPr>
      </p:pic>
      <p:sp>
        <p:nvSpPr>
          <p:cNvPr id="6" name="Plassholder for tekst 10">
            <a:extLst>
              <a:ext uri="{FF2B5EF4-FFF2-40B4-BE49-F238E27FC236}">
                <a16:creationId xmlns:a16="http://schemas.microsoft.com/office/drawing/2014/main" id="{B2592617-44BB-8F8E-CF29-F6CD99DEBF2C}"/>
              </a:ext>
            </a:extLst>
          </p:cNvPr>
          <p:cNvSpPr>
            <a:spLocks noGrp="1"/>
          </p:cNvSpPr>
          <p:nvPr>
            <p:ph type="body" sz="quarter" idx="27" hasCustomPrompt="1"/>
          </p:nvPr>
        </p:nvSpPr>
        <p:spPr>
          <a:xfrm>
            <a:off x="939115" y="2681537"/>
            <a:ext cx="7170654" cy="401230"/>
          </a:xfrm>
        </p:spPr>
        <p:txBody>
          <a:bodyPr vert="horz" lIns="0" tIns="0" rIns="0" bIns="0" rtlCol="0">
            <a:normAutofit/>
          </a:bodyPr>
          <a:lstStyle>
            <a:lvl1pPr marL="0" indent="0">
              <a:buNone/>
              <a:defRPr lang="nb-NO" sz="2554" dirty="0">
                <a:solidFill>
                  <a:schemeClr val="tx2"/>
                </a:solidFill>
                <a:latin typeface="+mj-lt"/>
              </a:defRPr>
            </a:lvl1pPr>
          </a:lstStyle>
          <a:p>
            <a:pPr marL="319310" lvl="0" indent="-319310">
              <a:lnSpc>
                <a:spcPct val="100000"/>
              </a:lnSpc>
            </a:pPr>
            <a:r>
              <a:rPr lang="nb-NO"/>
              <a:t>Overskrift</a:t>
            </a:r>
          </a:p>
        </p:txBody>
      </p:sp>
      <p:sp>
        <p:nvSpPr>
          <p:cNvPr id="2" name="Title 1">
            <a:extLst>
              <a:ext uri="{FF2B5EF4-FFF2-40B4-BE49-F238E27FC236}">
                <a16:creationId xmlns:a16="http://schemas.microsoft.com/office/drawing/2014/main" id="{8E36CE2C-D752-9D0B-E9DA-26439712C793}"/>
              </a:ext>
            </a:extLst>
          </p:cNvPr>
          <p:cNvSpPr>
            <a:spLocks noGrp="1"/>
          </p:cNvSpPr>
          <p:nvPr>
            <p:ph type="title"/>
          </p:nvPr>
        </p:nvSpPr>
        <p:spPr>
          <a:xfrm>
            <a:off x="476537" y="1161480"/>
            <a:ext cx="16397372" cy="700249"/>
          </a:xfrm>
        </p:spPr>
        <p:txBody>
          <a:bodyPr/>
          <a:lstStyle/>
          <a:p>
            <a:r>
              <a:rPr lang="en-GB"/>
              <a:t>Click to edit Master title style</a:t>
            </a:r>
            <a:endParaRPr lang="nb-NO"/>
          </a:p>
        </p:txBody>
      </p:sp>
    </p:spTree>
    <p:extLst>
      <p:ext uri="{BB962C8B-B14F-4D97-AF65-F5344CB8AC3E}">
        <p14:creationId xmlns:p14="http://schemas.microsoft.com/office/powerpoint/2010/main" val="27187556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 felt - hvit">
    <p:bg>
      <p:bgPr>
        <a:solidFill>
          <a:schemeClr val="bg1"/>
        </a:solidFill>
        <a:effectLst/>
      </p:bgPr>
    </p:bg>
    <p:spTree>
      <p:nvGrpSpPr>
        <p:cNvPr id="1" name=""/>
        <p:cNvGrpSpPr/>
        <p:nvPr/>
      </p:nvGrpSpPr>
      <p:grpSpPr>
        <a:xfrm>
          <a:off x="0" y="0"/>
          <a:ext cx="0" cy="0"/>
          <a:chOff x="0" y="0"/>
          <a:chExt cx="0" cy="0"/>
        </a:xfrm>
      </p:grpSpPr>
      <p:sp>
        <p:nvSpPr>
          <p:cNvPr id="26" name="Plassholder for tekst 12">
            <a:extLst>
              <a:ext uri="{FF2B5EF4-FFF2-40B4-BE49-F238E27FC236}">
                <a16:creationId xmlns:a16="http://schemas.microsoft.com/office/drawing/2014/main" id="{C57B31C1-4153-4115-BBBC-22386B04CC81}"/>
              </a:ext>
            </a:extLst>
          </p:cNvPr>
          <p:cNvSpPr>
            <a:spLocks noGrp="1"/>
          </p:cNvSpPr>
          <p:nvPr>
            <p:ph type="body" sz="quarter" idx="22" hasCustomPrompt="1"/>
          </p:nvPr>
        </p:nvSpPr>
        <p:spPr>
          <a:xfrm>
            <a:off x="476539" y="1871746"/>
            <a:ext cx="5188642" cy="6603727"/>
          </a:xfrm>
          <a:prstGeom prst="roundRect">
            <a:avLst>
              <a:gd name="adj" fmla="val 2323"/>
            </a:avLst>
          </a:prstGeom>
          <a:solidFill>
            <a:schemeClr val="bg2"/>
          </a:solidFill>
          <a:ln w="12685" cap="flat">
            <a:noFill/>
            <a:prstDash val="solid"/>
            <a:miter/>
          </a:ln>
          <a:effectLst/>
        </p:spPr>
        <p:txBody>
          <a:bodyPr/>
          <a:lstStyle>
            <a:lvl1pPr marL="0" indent="0">
              <a:buNone/>
              <a:defRPr b="0" i="0">
                <a:solidFill>
                  <a:srgbClr val="F7F7FD"/>
                </a:solidFill>
                <a:latin typeface="TID UI" panose="02000503000000020004" pitchFamily="2" charset="0"/>
              </a:defRPr>
            </a:lvl1pPr>
          </a:lstStyle>
          <a:p>
            <a:pPr lvl="0"/>
            <a:r>
              <a:rPr lang="nb-NO"/>
              <a:t> </a:t>
            </a:r>
          </a:p>
        </p:txBody>
      </p:sp>
      <p:sp>
        <p:nvSpPr>
          <p:cNvPr id="27" name="Plassholder for tekst 12">
            <a:extLst>
              <a:ext uri="{FF2B5EF4-FFF2-40B4-BE49-F238E27FC236}">
                <a16:creationId xmlns:a16="http://schemas.microsoft.com/office/drawing/2014/main" id="{29483328-371F-4094-B2C6-194A6F9CBED4}"/>
              </a:ext>
            </a:extLst>
          </p:cNvPr>
          <p:cNvSpPr>
            <a:spLocks noGrp="1"/>
          </p:cNvSpPr>
          <p:nvPr>
            <p:ph type="body" sz="quarter" idx="23" hasCustomPrompt="1"/>
          </p:nvPr>
        </p:nvSpPr>
        <p:spPr>
          <a:xfrm>
            <a:off x="6069740" y="1863073"/>
            <a:ext cx="5249943" cy="6603725"/>
          </a:xfrm>
          <a:prstGeom prst="roundRect">
            <a:avLst>
              <a:gd name="adj" fmla="val 2323"/>
            </a:avLst>
          </a:prstGeom>
          <a:solidFill>
            <a:srgbClr val="FFEAE0"/>
          </a:solidFill>
          <a:ln w="12685" cap="flat">
            <a:noFill/>
            <a:prstDash val="solid"/>
            <a:miter/>
          </a:ln>
          <a:effectLst/>
        </p:spPr>
        <p:txBody>
          <a:bodyPr anchor="t" anchorCtr="0"/>
          <a:lstStyle>
            <a:lvl1pPr marL="0" indent="0">
              <a:buNone/>
              <a:defRPr b="0" i="0">
                <a:solidFill>
                  <a:srgbClr val="F7F7FD"/>
                </a:solidFill>
                <a:latin typeface="TID UI" panose="02000503000000020004" pitchFamily="2" charset="0"/>
              </a:defRPr>
            </a:lvl1pPr>
          </a:lstStyle>
          <a:p>
            <a:pPr lvl="0"/>
            <a:r>
              <a:rPr lang="nb-NO"/>
              <a:t> </a:t>
            </a:r>
          </a:p>
        </p:txBody>
      </p:sp>
      <p:sp>
        <p:nvSpPr>
          <p:cNvPr id="28" name="Plassholder for tekst 12">
            <a:extLst>
              <a:ext uri="{FF2B5EF4-FFF2-40B4-BE49-F238E27FC236}">
                <a16:creationId xmlns:a16="http://schemas.microsoft.com/office/drawing/2014/main" id="{570327FA-CFB3-4796-8727-D5B1F03209D0}"/>
              </a:ext>
            </a:extLst>
          </p:cNvPr>
          <p:cNvSpPr>
            <a:spLocks noGrp="1"/>
          </p:cNvSpPr>
          <p:nvPr>
            <p:ph type="body" sz="quarter" idx="24" hasCustomPrompt="1"/>
          </p:nvPr>
        </p:nvSpPr>
        <p:spPr>
          <a:xfrm>
            <a:off x="11635446" y="1863073"/>
            <a:ext cx="5233042" cy="6603725"/>
          </a:xfrm>
          <a:prstGeom prst="roundRect">
            <a:avLst>
              <a:gd name="adj" fmla="val 2323"/>
            </a:avLst>
          </a:prstGeom>
          <a:solidFill>
            <a:schemeClr val="bg2"/>
          </a:solidFill>
          <a:ln w="12685" cap="flat">
            <a:noFill/>
            <a:prstDash val="solid"/>
            <a:miter/>
          </a:ln>
          <a:effectLst/>
        </p:spPr>
        <p:txBody>
          <a:bodyPr/>
          <a:lstStyle>
            <a:lvl1pPr marL="0" indent="0">
              <a:buNone/>
              <a:defRPr b="0" i="0">
                <a:solidFill>
                  <a:srgbClr val="F7F7FD"/>
                </a:solidFill>
                <a:latin typeface="TID UI" panose="02000503000000020004" pitchFamily="2" charset="0"/>
              </a:defRPr>
            </a:lvl1pPr>
          </a:lstStyle>
          <a:p>
            <a:pPr lvl="0"/>
            <a:r>
              <a:rPr lang="nb-NO"/>
              <a:t> </a:t>
            </a:r>
          </a:p>
        </p:txBody>
      </p:sp>
      <p:sp>
        <p:nvSpPr>
          <p:cNvPr id="3" name="Content Placeholder 2"/>
          <p:cNvSpPr>
            <a:spLocks noGrp="1"/>
          </p:cNvSpPr>
          <p:nvPr>
            <p:ph idx="1" hasCustomPrompt="1"/>
          </p:nvPr>
        </p:nvSpPr>
        <p:spPr>
          <a:xfrm>
            <a:off x="919948" y="3234871"/>
            <a:ext cx="4404831" cy="4822151"/>
          </a:xfrm>
        </p:spPr>
        <p:txBody>
          <a:bodyPr>
            <a:normAutofit/>
          </a:bodyPr>
          <a:lstStyle>
            <a:lvl1pPr marL="0" indent="-253453">
              <a:lnSpc>
                <a:spcPct val="120000"/>
              </a:lnSpc>
              <a:buNone/>
              <a:tabLst>
                <a:tab pos="752473" algn="l"/>
                <a:tab pos="1949895" algn="l"/>
              </a:tabLst>
              <a:defRPr sz="2129" b="0" i="0">
                <a:solidFill>
                  <a:schemeClr val="tx2"/>
                </a:solidFill>
                <a:latin typeface="TID UI" panose="02000503000000020004" pitchFamily="2" charset="0"/>
              </a:defRPr>
            </a:lvl1pPr>
            <a:lvl2pPr>
              <a:lnSpc>
                <a:spcPts val="2413"/>
              </a:lnSpc>
              <a:defRPr sz="1704"/>
            </a:lvl2pPr>
            <a:lvl3pPr>
              <a:lnSpc>
                <a:spcPts val="2413"/>
              </a:lnSpc>
              <a:defRPr sz="1704"/>
            </a:lvl3pPr>
            <a:lvl4pPr>
              <a:lnSpc>
                <a:spcPts val="2413"/>
              </a:lnSpc>
              <a:defRPr sz="1704"/>
            </a:lvl4pPr>
            <a:lvl5pPr>
              <a:lnSpc>
                <a:spcPts val="2413"/>
              </a:lnSpc>
              <a:defRPr sz="1704"/>
            </a:lvl5pPr>
          </a:lstStyle>
          <a:p>
            <a:pPr lvl="0"/>
            <a:r>
              <a:rPr lang="nb-NO"/>
              <a:t>Klikk for å legge til tekst</a:t>
            </a:r>
          </a:p>
        </p:txBody>
      </p:sp>
      <p:sp>
        <p:nvSpPr>
          <p:cNvPr id="10" name="Plassholder for lysbildenummer 9">
            <a:extLst>
              <a:ext uri="{FF2B5EF4-FFF2-40B4-BE49-F238E27FC236}">
                <a16:creationId xmlns:a16="http://schemas.microsoft.com/office/drawing/2014/main" id="{7C2E3982-A914-40A2-86EC-BBE5F0B61A37}"/>
              </a:ext>
            </a:extLst>
          </p:cNvPr>
          <p:cNvSpPr>
            <a:spLocks noGrp="1"/>
          </p:cNvSpPr>
          <p:nvPr>
            <p:ph type="sldNum" sz="quarter" idx="21"/>
          </p:nvPr>
        </p:nvSpPr>
        <p:spPr/>
        <p:txBody>
          <a:bodyPr/>
          <a:lstStyle>
            <a:lvl1pPr>
              <a:defRPr b="0" i="0">
                <a:latin typeface="TID UI" panose="02000503000000020004" pitchFamily="2" charset="0"/>
              </a:defRPr>
            </a:lvl1pPr>
          </a:lstStyle>
          <a:p>
            <a:fld id="{66F151DC-B5E5-497C-BC65-BC7F54A16411}" type="slidenum">
              <a:rPr lang="nb-NO" smtClean="0"/>
              <a:pPr/>
              <a:t>‹#›</a:t>
            </a:fld>
            <a:endParaRPr lang="nb-NO"/>
          </a:p>
        </p:txBody>
      </p:sp>
      <p:pic>
        <p:nvPicPr>
          <p:cNvPr id="5" name="Grafikk 4">
            <a:extLst>
              <a:ext uri="{FF2B5EF4-FFF2-40B4-BE49-F238E27FC236}">
                <a16:creationId xmlns:a16="http://schemas.microsoft.com/office/drawing/2014/main" id="{948C9B9A-5EDF-C7C2-48EA-766DC2FE417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12447" y="8783106"/>
            <a:ext cx="561463" cy="483761"/>
          </a:xfrm>
          <a:prstGeom prst="rect">
            <a:avLst/>
          </a:prstGeom>
        </p:spPr>
      </p:pic>
      <p:sp>
        <p:nvSpPr>
          <p:cNvPr id="12" name="Content Placeholder 2">
            <a:extLst>
              <a:ext uri="{FF2B5EF4-FFF2-40B4-BE49-F238E27FC236}">
                <a16:creationId xmlns:a16="http://schemas.microsoft.com/office/drawing/2014/main" id="{4CF562DD-6A77-CDC8-BB40-D317CACE4649}"/>
              </a:ext>
            </a:extLst>
          </p:cNvPr>
          <p:cNvSpPr>
            <a:spLocks noGrp="1"/>
          </p:cNvSpPr>
          <p:nvPr>
            <p:ph idx="25" hasCustomPrompt="1"/>
          </p:nvPr>
        </p:nvSpPr>
        <p:spPr>
          <a:xfrm>
            <a:off x="6476913" y="3234871"/>
            <a:ext cx="4491479" cy="4822151"/>
          </a:xfrm>
        </p:spPr>
        <p:txBody>
          <a:bodyPr>
            <a:normAutofit/>
          </a:bodyPr>
          <a:lstStyle>
            <a:lvl1pPr marL="0" indent="-253453">
              <a:lnSpc>
                <a:spcPct val="120000"/>
              </a:lnSpc>
              <a:buNone/>
              <a:tabLst>
                <a:tab pos="752473" algn="l"/>
                <a:tab pos="1919480" algn="l"/>
              </a:tabLst>
              <a:defRPr sz="2129" b="0" i="0">
                <a:solidFill>
                  <a:schemeClr val="tx2"/>
                </a:solidFill>
                <a:latin typeface="TID UI" panose="02000503000000020004" pitchFamily="2" charset="0"/>
              </a:defRPr>
            </a:lvl1pPr>
            <a:lvl2pPr>
              <a:lnSpc>
                <a:spcPts val="2413"/>
              </a:lnSpc>
              <a:defRPr sz="1704"/>
            </a:lvl2pPr>
            <a:lvl3pPr>
              <a:lnSpc>
                <a:spcPts val="2413"/>
              </a:lnSpc>
              <a:defRPr sz="1704"/>
            </a:lvl3pPr>
            <a:lvl4pPr>
              <a:lnSpc>
                <a:spcPts val="2413"/>
              </a:lnSpc>
              <a:defRPr sz="1704"/>
            </a:lvl4pPr>
            <a:lvl5pPr>
              <a:lnSpc>
                <a:spcPts val="2413"/>
              </a:lnSpc>
              <a:defRPr sz="1704"/>
            </a:lvl5pPr>
          </a:lstStyle>
          <a:p>
            <a:pPr lvl="0"/>
            <a:r>
              <a:rPr lang="nb-NO"/>
              <a:t>Klikk for å legge til tekst</a:t>
            </a:r>
          </a:p>
        </p:txBody>
      </p:sp>
      <p:sp>
        <p:nvSpPr>
          <p:cNvPr id="21" name="Content Placeholder 2">
            <a:extLst>
              <a:ext uri="{FF2B5EF4-FFF2-40B4-BE49-F238E27FC236}">
                <a16:creationId xmlns:a16="http://schemas.microsoft.com/office/drawing/2014/main" id="{A356DE1F-F31E-38D0-7916-759FEDFB170E}"/>
              </a:ext>
            </a:extLst>
          </p:cNvPr>
          <p:cNvSpPr>
            <a:spLocks noGrp="1"/>
          </p:cNvSpPr>
          <p:nvPr>
            <p:ph idx="26" hasCustomPrompt="1"/>
          </p:nvPr>
        </p:nvSpPr>
        <p:spPr>
          <a:xfrm>
            <a:off x="12033877" y="3234871"/>
            <a:ext cx="4491479" cy="4822151"/>
          </a:xfrm>
        </p:spPr>
        <p:txBody>
          <a:bodyPr>
            <a:normAutofit/>
          </a:bodyPr>
          <a:lstStyle>
            <a:lvl1pPr marL="0" indent="-253453">
              <a:lnSpc>
                <a:spcPct val="120000"/>
              </a:lnSpc>
              <a:buNone/>
              <a:tabLst>
                <a:tab pos="752473" algn="l"/>
                <a:tab pos="1949895" algn="l"/>
              </a:tabLst>
              <a:defRPr sz="2129" b="0" i="0">
                <a:solidFill>
                  <a:schemeClr val="tx2"/>
                </a:solidFill>
                <a:latin typeface="TID UI" panose="02000503000000020004" pitchFamily="2" charset="0"/>
              </a:defRPr>
            </a:lvl1pPr>
            <a:lvl2pPr>
              <a:lnSpc>
                <a:spcPts val="2413"/>
              </a:lnSpc>
              <a:defRPr sz="1704"/>
            </a:lvl2pPr>
            <a:lvl3pPr>
              <a:lnSpc>
                <a:spcPts val="2413"/>
              </a:lnSpc>
              <a:defRPr sz="1704"/>
            </a:lvl3pPr>
            <a:lvl4pPr>
              <a:lnSpc>
                <a:spcPts val="2413"/>
              </a:lnSpc>
              <a:defRPr sz="1704"/>
            </a:lvl4pPr>
            <a:lvl5pPr>
              <a:lnSpc>
                <a:spcPts val="2413"/>
              </a:lnSpc>
              <a:defRPr sz="1704"/>
            </a:lvl5pPr>
          </a:lstStyle>
          <a:p>
            <a:pPr lvl="0"/>
            <a:r>
              <a:rPr lang="nb-NO"/>
              <a:t>Klikk for å legge til tekst</a:t>
            </a:r>
          </a:p>
        </p:txBody>
      </p:sp>
      <p:sp>
        <p:nvSpPr>
          <p:cNvPr id="6" name="Plassholder for tekst 15">
            <a:extLst>
              <a:ext uri="{FF2B5EF4-FFF2-40B4-BE49-F238E27FC236}">
                <a16:creationId xmlns:a16="http://schemas.microsoft.com/office/drawing/2014/main" id="{5C450155-274F-D9C5-E8C5-1CC30A7F0FFF}"/>
              </a:ext>
            </a:extLst>
          </p:cNvPr>
          <p:cNvSpPr>
            <a:spLocks noGrp="1"/>
          </p:cNvSpPr>
          <p:nvPr>
            <p:ph type="body" sz="quarter" idx="14"/>
          </p:nvPr>
        </p:nvSpPr>
        <p:spPr>
          <a:xfrm>
            <a:off x="6455932" y="2317252"/>
            <a:ext cx="4512462" cy="375107"/>
          </a:xfrm>
        </p:spPr>
        <p:txBody>
          <a:bodyPr wrap="square">
            <a:noAutofit/>
          </a:bodyPr>
          <a:lstStyle>
            <a:lvl1pPr marL="0" indent="0">
              <a:lnSpc>
                <a:spcPct val="100000"/>
              </a:lnSpc>
              <a:buNone/>
              <a:defRPr sz="2560">
                <a:solidFill>
                  <a:schemeClr val="tx2"/>
                </a:solidFill>
                <a:latin typeface="+mj-lt"/>
              </a:defRPr>
            </a:lvl1pPr>
          </a:lstStyle>
          <a:p>
            <a:pPr lvl="0"/>
            <a:endParaRPr lang="nb-NO"/>
          </a:p>
        </p:txBody>
      </p:sp>
      <p:sp>
        <p:nvSpPr>
          <p:cNvPr id="9" name="Plassholder for tekst 15">
            <a:extLst>
              <a:ext uri="{FF2B5EF4-FFF2-40B4-BE49-F238E27FC236}">
                <a16:creationId xmlns:a16="http://schemas.microsoft.com/office/drawing/2014/main" id="{257CCF33-7D12-DD90-7B4E-5F92CB1D1EE6}"/>
              </a:ext>
            </a:extLst>
          </p:cNvPr>
          <p:cNvSpPr>
            <a:spLocks noGrp="1"/>
          </p:cNvSpPr>
          <p:nvPr>
            <p:ph type="body" sz="quarter" idx="28"/>
          </p:nvPr>
        </p:nvSpPr>
        <p:spPr>
          <a:xfrm>
            <a:off x="11995510" y="2317252"/>
            <a:ext cx="4512462" cy="388784"/>
          </a:xfrm>
        </p:spPr>
        <p:txBody>
          <a:bodyPr wrap="square">
            <a:normAutofit/>
          </a:bodyPr>
          <a:lstStyle>
            <a:lvl1pPr marL="0" indent="0">
              <a:lnSpc>
                <a:spcPts val="3123"/>
              </a:lnSpc>
              <a:buNone/>
              <a:defRPr sz="2560">
                <a:solidFill>
                  <a:schemeClr val="tx2"/>
                </a:solidFill>
                <a:latin typeface="+mj-lt"/>
              </a:defRPr>
            </a:lvl1pPr>
          </a:lstStyle>
          <a:p>
            <a:pPr lvl="0"/>
            <a:endParaRPr lang="nb-NO"/>
          </a:p>
        </p:txBody>
      </p:sp>
      <p:sp>
        <p:nvSpPr>
          <p:cNvPr id="11" name="Plassholder for tekst 10">
            <a:extLst>
              <a:ext uri="{FF2B5EF4-FFF2-40B4-BE49-F238E27FC236}">
                <a16:creationId xmlns:a16="http://schemas.microsoft.com/office/drawing/2014/main" id="{B5CFD3BE-C4CA-AA9B-2C73-583A1AC98EB8}"/>
              </a:ext>
            </a:extLst>
          </p:cNvPr>
          <p:cNvSpPr>
            <a:spLocks noGrp="1"/>
          </p:cNvSpPr>
          <p:nvPr>
            <p:ph type="body" sz="quarter" idx="29"/>
          </p:nvPr>
        </p:nvSpPr>
        <p:spPr>
          <a:xfrm>
            <a:off x="939118" y="2317252"/>
            <a:ext cx="4512462" cy="375107"/>
          </a:xfrm>
        </p:spPr>
        <p:txBody>
          <a:bodyPr vert="horz" lIns="0" tIns="0" rIns="0" bIns="0" rtlCol="0">
            <a:noAutofit/>
          </a:bodyPr>
          <a:lstStyle>
            <a:lvl1pPr marL="0" indent="0">
              <a:buNone/>
              <a:defRPr lang="nb-NO" sz="2560" dirty="0">
                <a:solidFill>
                  <a:schemeClr val="tx2"/>
                </a:solidFill>
                <a:latin typeface="+mj-lt"/>
              </a:defRPr>
            </a:lvl1pPr>
          </a:lstStyle>
          <a:p>
            <a:pPr marL="319310" lvl="0" indent="-319310">
              <a:lnSpc>
                <a:spcPct val="100000"/>
              </a:lnSpc>
            </a:pPr>
            <a:endParaRPr lang="nb-NO"/>
          </a:p>
        </p:txBody>
      </p:sp>
      <p:sp>
        <p:nvSpPr>
          <p:cNvPr id="2" name="Title 1">
            <a:extLst>
              <a:ext uri="{FF2B5EF4-FFF2-40B4-BE49-F238E27FC236}">
                <a16:creationId xmlns:a16="http://schemas.microsoft.com/office/drawing/2014/main" id="{F11396F7-DC40-6D83-A5CC-6B46899DA0B7}"/>
              </a:ext>
            </a:extLst>
          </p:cNvPr>
          <p:cNvSpPr>
            <a:spLocks noGrp="1"/>
          </p:cNvSpPr>
          <p:nvPr>
            <p:ph type="title"/>
          </p:nvPr>
        </p:nvSpPr>
        <p:spPr>
          <a:xfrm>
            <a:off x="476537" y="846516"/>
            <a:ext cx="16386684" cy="700249"/>
          </a:xfrm>
        </p:spPr>
        <p:txBody>
          <a:bodyPr/>
          <a:lstStyle/>
          <a:p>
            <a:r>
              <a:rPr lang="en-GB"/>
              <a:t>Click to edit Master title style</a:t>
            </a:r>
            <a:endParaRPr lang="nb-NO"/>
          </a:p>
        </p:txBody>
      </p:sp>
    </p:spTree>
    <p:extLst>
      <p:ext uri="{BB962C8B-B14F-4D97-AF65-F5344CB8AC3E}">
        <p14:creationId xmlns:p14="http://schemas.microsoft.com/office/powerpoint/2010/main" val="372459676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Sitat - Lys">
    <p:bg>
      <p:bgPr>
        <a:solidFill>
          <a:srgbClr val="F2F2FF"/>
        </a:solidFill>
        <a:effectLst/>
      </p:bgPr>
    </p:bg>
    <p:spTree>
      <p:nvGrpSpPr>
        <p:cNvPr id="1" name=""/>
        <p:cNvGrpSpPr/>
        <p:nvPr/>
      </p:nvGrpSpPr>
      <p:grpSpPr>
        <a:xfrm>
          <a:off x="0" y="0"/>
          <a:ext cx="0" cy="0"/>
          <a:chOff x="0" y="0"/>
          <a:chExt cx="0" cy="0"/>
        </a:xfrm>
      </p:grpSpPr>
      <p:pic>
        <p:nvPicPr>
          <p:cNvPr id="12" name="Grafikk 11">
            <a:extLst>
              <a:ext uri="{FF2B5EF4-FFF2-40B4-BE49-F238E27FC236}">
                <a16:creationId xmlns:a16="http://schemas.microsoft.com/office/drawing/2014/main" id="{1EB043B9-4396-C4C6-D9A5-46CAB0E4CA6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12447" y="8783106"/>
            <a:ext cx="561463" cy="483761"/>
          </a:xfrm>
          <a:prstGeom prst="rect">
            <a:avLst/>
          </a:prstGeom>
        </p:spPr>
      </p:pic>
      <p:sp>
        <p:nvSpPr>
          <p:cNvPr id="5" name="Title 1">
            <a:extLst>
              <a:ext uri="{FF2B5EF4-FFF2-40B4-BE49-F238E27FC236}">
                <a16:creationId xmlns:a16="http://schemas.microsoft.com/office/drawing/2014/main" id="{DC3E059F-2BF1-6945-1D30-C4EE224138B8}"/>
              </a:ext>
            </a:extLst>
          </p:cNvPr>
          <p:cNvSpPr>
            <a:spLocks noGrp="1"/>
          </p:cNvSpPr>
          <p:nvPr>
            <p:ph type="ctrTitle" hasCustomPrompt="1"/>
          </p:nvPr>
        </p:nvSpPr>
        <p:spPr>
          <a:xfrm>
            <a:off x="450594" y="1861236"/>
            <a:ext cx="16418992" cy="5514459"/>
          </a:xfrm>
        </p:spPr>
        <p:txBody>
          <a:bodyPr anchor="ctr" anchorCtr="1"/>
          <a:lstStyle>
            <a:lvl1pPr algn="ctr">
              <a:lnSpc>
                <a:spcPct val="100000"/>
              </a:lnSpc>
              <a:spcBef>
                <a:spcPts val="0"/>
              </a:spcBef>
              <a:defRPr sz="5109" i="1" spc="-28" baseline="0">
                <a:solidFill>
                  <a:schemeClr val="tx2"/>
                </a:solidFill>
                <a:latin typeface="+mn-lt"/>
              </a:defRPr>
            </a:lvl1pPr>
          </a:lstStyle>
          <a:p>
            <a:r>
              <a:rPr lang="nb-NO"/>
              <a:t>«Ruter gjør det superenkelt å reise rundt i hovedstadsregionen. De vet hva som er viktig </a:t>
            </a:r>
            <a:br>
              <a:rPr lang="nb-NO"/>
            </a:br>
            <a:r>
              <a:rPr lang="nb-NO"/>
              <a:t>for meg og løser opp floker i hverdagen. </a:t>
            </a:r>
            <a:br>
              <a:rPr lang="nb-NO"/>
            </a:br>
            <a:br>
              <a:rPr lang="nb-NO"/>
            </a:br>
            <a:r>
              <a:rPr lang="nb-NO"/>
              <a:t>De viser også at når jeg reiser med Ruter, </a:t>
            </a:r>
            <a:br>
              <a:rPr lang="nb-NO"/>
            </a:br>
            <a:r>
              <a:rPr lang="nb-NO"/>
              <a:t>er det bra både for meg, miljøet og </a:t>
            </a:r>
            <a:br>
              <a:rPr lang="nb-NO"/>
            </a:br>
            <a:r>
              <a:rPr lang="nb-NO"/>
              <a:t>folkene som bor her.»</a:t>
            </a:r>
          </a:p>
        </p:txBody>
      </p:sp>
      <p:pic>
        <p:nvPicPr>
          <p:cNvPr id="3" name="Bilde 2">
            <a:extLst>
              <a:ext uri="{FF2B5EF4-FFF2-40B4-BE49-F238E27FC236}">
                <a16:creationId xmlns:a16="http://schemas.microsoft.com/office/drawing/2014/main" id="{3101F1C5-10FD-F255-9437-51EF60B7ABE1}"/>
              </a:ext>
            </a:extLst>
          </p:cNvPr>
          <p:cNvPicPr>
            <a:picLocks noChangeAspect="1"/>
          </p:cNvPicPr>
          <p:nvPr userDrawn="1"/>
        </p:nvPicPr>
        <p:blipFill>
          <a:blip r:embed="rId3">
            <a:alphaModFix amt="15000"/>
          </a:blip>
          <a:srcRect t="4702" r="36767"/>
          <a:stretch>
            <a:fillRect/>
          </a:stretch>
        </p:blipFill>
        <p:spPr>
          <a:xfrm rot="3080627">
            <a:off x="13556679" y="4662289"/>
            <a:ext cx="4084514" cy="7740882"/>
          </a:xfrm>
          <a:custGeom>
            <a:avLst/>
            <a:gdLst>
              <a:gd name="connsiteX0" fmla="*/ 0 w 5744781"/>
              <a:gd name="connsiteY0" fmla="*/ 0 h 10881586"/>
              <a:gd name="connsiteX1" fmla="*/ 5744781 w 5744781"/>
              <a:gd name="connsiteY1" fmla="*/ 4595234 h 10881586"/>
              <a:gd name="connsiteX2" fmla="*/ 716346 w 5744781"/>
              <a:gd name="connsiteY2" fmla="*/ 10881586 h 10881586"/>
              <a:gd name="connsiteX3" fmla="*/ 0 w 5744781"/>
              <a:gd name="connsiteY3" fmla="*/ 10881586 h 10881586"/>
            </a:gdLst>
            <a:ahLst/>
            <a:cxnLst>
              <a:cxn ang="0">
                <a:pos x="connsiteX0" y="connsiteY0"/>
              </a:cxn>
              <a:cxn ang="0">
                <a:pos x="connsiteX1" y="connsiteY1"/>
              </a:cxn>
              <a:cxn ang="0">
                <a:pos x="connsiteX2" y="connsiteY2"/>
              </a:cxn>
              <a:cxn ang="0">
                <a:pos x="connsiteX3" y="connsiteY3"/>
              </a:cxn>
            </a:cxnLst>
            <a:rect l="l" t="t" r="r" b="b"/>
            <a:pathLst>
              <a:path w="5744781" h="10881586">
                <a:moveTo>
                  <a:pt x="0" y="0"/>
                </a:moveTo>
                <a:lnTo>
                  <a:pt x="5744781" y="4595234"/>
                </a:lnTo>
                <a:lnTo>
                  <a:pt x="716346" y="10881586"/>
                </a:lnTo>
                <a:lnTo>
                  <a:pt x="0" y="10881586"/>
                </a:lnTo>
                <a:close/>
              </a:path>
            </a:pathLst>
          </a:custGeom>
        </p:spPr>
      </p:pic>
      <p:sp>
        <p:nvSpPr>
          <p:cNvPr id="2" name="Plassholder for tekst 5">
            <a:extLst>
              <a:ext uri="{FF2B5EF4-FFF2-40B4-BE49-F238E27FC236}">
                <a16:creationId xmlns:a16="http://schemas.microsoft.com/office/drawing/2014/main" id="{D96C415C-A865-4624-9AFC-F91D0E49E037}"/>
              </a:ext>
            </a:extLst>
          </p:cNvPr>
          <p:cNvSpPr>
            <a:spLocks noGrp="1"/>
          </p:cNvSpPr>
          <p:nvPr>
            <p:ph type="body" sz="quarter" idx="21" hasCustomPrompt="1"/>
          </p:nvPr>
        </p:nvSpPr>
        <p:spPr>
          <a:xfrm>
            <a:off x="6223611" y="7841055"/>
            <a:ext cx="4666295" cy="476688"/>
          </a:xfrm>
        </p:spPr>
        <p:txBody>
          <a:bodyPr anchor="ctr">
            <a:normAutofit/>
          </a:bodyPr>
          <a:lstStyle>
            <a:lvl1pPr marL="0" indent="0" algn="ctr">
              <a:buNone/>
              <a:defRPr sz="2560">
                <a:solidFill>
                  <a:srgbClr val="6D7196"/>
                </a:solidFill>
              </a:defRPr>
            </a:lvl1pPr>
          </a:lstStyle>
          <a:p>
            <a:pPr lvl="0"/>
            <a:r>
              <a:rPr lang="nb-NO"/>
              <a:t>- Forfatter</a:t>
            </a:r>
          </a:p>
        </p:txBody>
      </p:sp>
      <p:sp>
        <p:nvSpPr>
          <p:cNvPr id="4" name="Plassholder for lysbildenummer 7">
            <a:extLst>
              <a:ext uri="{FF2B5EF4-FFF2-40B4-BE49-F238E27FC236}">
                <a16:creationId xmlns:a16="http://schemas.microsoft.com/office/drawing/2014/main" id="{80C54BCF-BA04-BCAD-BF54-66DAF3F3E5F3}"/>
              </a:ext>
            </a:extLst>
          </p:cNvPr>
          <p:cNvSpPr>
            <a:spLocks noGrp="1"/>
          </p:cNvSpPr>
          <p:nvPr>
            <p:ph type="sldNum" sz="quarter" idx="28"/>
          </p:nvPr>
        </p:nvSpPr>
        <p:spPr>
          <a:xfrm>
            <a:off x="12975738" y="453133"/>
            <a:ext cx="3902885" cy="262593"/>
          </a:xfrm>
        </p:spPr>
        <p:txBody>
          <a:bodyPr/>
          <a:lstStyle>
            <a:lvl1pPr>
              <a:defRPr b="0" i="0">
                <a:latin typeface="TID UI" panose="02000503000000020004" pitchFamily="2" charset="0"/>
              </a:defRPr>
            </a:lvl1pPr>
          </a:lstStyle>
          <a:p>
            <a:fld id="{971044C8-A430-4791-9EA8-011DF172B2C3}" type="slidenum">
              <a:rPr lang="nb-NO" smtClean="0"/>
              <a:pPr/>
              <a:t>‹#›</a:t>
            </a:fld>
            <a:endParaRPr lang="nb-NO"/>
          </a:p>
        </p:txBody>
      </p:sp>
    </p:spTree>
    <p:extLst>
      <p:ext uri="{BB962C8B-B14F-4D97-AF65-F5344CB8AC3E}">
        <p14:creationId xmlns:p14="http://schemas.microsoft.com/office/powerpoint/2010/main" val="296187692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tel og punktliste">
    <p:bg>
      <p:bgPr>
        <a:solidFill>
          <a:schemeClr val="bg1"/>
        </a:solidFill>
        <a:effectLst/>
      </p:bgPr>
    </p:bg>
    <p:spTree>
      <p:nvGrpSpPr>
        <p:cNvPr id="1" name=""/>
        <p:cNvGrpSpPr/>
        <p:nvPr/>
      </p:nvGrpSpPr>
      <p:grpSpPr>
        <a:xfrm>
          <a:off x="0" y="0"/>
          <a:ext cx="0" cy="0"/>
          <a:chOff x="0" y="0"/>
          <a:chExt cx="0" cy="0"/>
        </a:xfrm>
      </p:grpSpPr>
      <p:sp>
        <p:nvSpPr>
          <p:cNvPr id="8" name="Plassholder for lysbildenummer 7">
            <a:extLst>
              <a:ext uri="{FF2B5EF4-FFF2-40B4-BE49-F238E27FC236}">
                <a16:creationId xmlns:a16="http://schemas.microsoft.com/office/drawing/2014/main" id="{22B5982B-6322-4389-806E-5F9A5662F6B2}"/>
              </a:ext>
            </a:extLst>
          </p:cNvPr>
          <p:cNvSpPr>
            <a:spLocks noGrp="1"/>
          </p:cNvSpPr>
          <p:nvPr>
            <p:ph type="sldNum" sz="quarter" idx="19"/>
          </p:nvPr>
        </p:nvSpPr>
        <p:spPr/>
        <p:txBody>
          <a:bodyPr/>
          <a:lstStyle>
            <a:lvl1pPr>
              <a:defRPr b="0" i="0">
                <a:latin typeface="TID UI" panose="02000503000000020004" pitchFamily="2" charset="0"/>
              </a:defRPr>
            </a:lvl1pPr>
          </a:lstStyle>
          <a:p>
            <a:fld id="{5E9836C9-296F-4D48-9D11-2B1B9E521275}" type="slidenum">
              <a:rPr lang="nb-NO" smtClean="0"/>
              <a:pPr/>
              <a:t>‹#›</a:t>
            </a:fld>
            <a:endParaRPr lang="nb-NO"/>
          </a:p>
        </p:txBody>
      </p:sp>
      <p:pic>
        <p:nvPicPr>
          <p:cNvPr id="5" name="Grafikk 4">
            <a:extLst>
              <a:ext uri="{FF2B5EF4-FFF2-40B4-BE49-F238E27FC236}">
                <a16:creationId xmlns:a16="http://schemas.microsoft.com/office/drawing/2014/main" id="{BC187FA0-031A-7731-9FE4-7089FF71145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08123" y="8787424"/>
            <a:ext cx="561463" cy="483761"/>
          </a:xfrm>
          <a:prstGeom prst="rect">
            <a:avLst/>
          </a:prstGeom>
        </p:spPr>
      </p:pic>
      <p:sp>
        <p:nvSpPr>
          <p:cNvPr id="3" name="Plassholder for tekst 2">
            <a:extLst>
              <a:ext uri="{FF2B5EF4-FFF2-40B4-BE49-F238E27FC236}">
                <a16:creationId xmlns:a16="http://schemas.microsoft.com/office/drawing/2014/main" id="{1B376D59-6EED-4F9B-2371-02B050D60B63}"/>
              </a:ext>
            </a:extLst>
          </p:cNvPr>
          <p:cNvSpPr>
            <a:spLocks noGrp="1"/>
          </p:cNvSpPr>
          <p:nvPr>
            <p:ph type="body" sz="quarter" idx="21" hasCustomPrompt="1"/>
          </p:nvPr>
        </p:nvSpPr>
        <p:spPr>
          <a:xfrm>
            <a:off x="937327" y="2429467"/>
            <a:ext cx="7575124" cy="1141762"/>
          </a:xfrm>
        </p:spPr>
        <p:txBody>
          <a:bodyPr>
            <a:noAutofit/>
          </a:bodyPr>
          <a:lstStyle>
            <a:lvl1pPr marL="0" indent="0">
              <a:lnSpc>
                <a:spcPct val="110000"/>
              </a:lnSpc>
              <a:buNone/>
              <a:defRPr sz="2981" b="0" i="0">
                <a:solidFill>
                  <a:srgbClr val="6D7196"/>
                </a:solidFill>
                <a:latin typeface="TID UI" panose="02000503000000020004" pitchFamily="2" charset="0"/>
                <a:ea typeface="TID UI" panose="02000503000000020004" pitchFamily="2" charset="0"/>
                <a:cs typeface="TID UI" panose="02000503000000020004" pitchFamily="2" charset="0"/>
              </a:defRPr>
            </a:lvl1pPr>
            <a:lvl2pPr marL="319310" indent="0">
              <a:buNone/>
              <a:defRPr sz="2981" b="0" i="0">
                <a:latin typeface="TID UI" panose="02000503000000020004" pitchFamily="2" charset="0"/>
                <a:ea typeface="TID UI" panose="02000503000000020004" pitchFamily="2" charset="0"/>
                <a:cs typeface="TID UI" panose="02000503000000020004" pitchFamily="2" charset="0"/>
              </a:defRPr>
            </a:lvl2pPr>
            <a:lvl3pPr marL="638620" indent="0">
              <a:buNone/>
              <a:defRPr sz="2981" b="0" i="0">
                <a:latin typeface="TID UI" panose="02000503000000020004" pitchFamily="2" charset="0"/>
                <a:ea typeface="TID UI" panose="02000503000000020004" pitchFamily="2" charset="0"/>
                <a:cs typeface="TID UI" panose="02000503000000020004" pitchFamily="2" charset="0"/>
              </a:defRPr>
            </a:lvl3pPr>
            <a:lvl4pPr marL="957930" indent="0">
              <a:buNone/>
              <a:defRPr sz="2981" b="0" i="0">
                <a:latin typeface="TID UI" panose="02000503000000020004" pitchFamily="2" charset="0"/>
                <a:ea typeface="TID UI" panose="02000503000000020004" pitchFamily="2" charset="0"/>
                <a:cs typeface="TID UI" panose="02000503000000020004" pitchFamily="2" charset="0"/>
              </a:defRPr>
            </a:lvl4pPr>
            <a:lvl5pPr marL="1277240" indent="0">
              <a:buNone/>
              <a:defRPr sz="2981" b="0" i="0">
                <a:latin typeface="TID UI" panose="02000503000000020004" pitchFamily="2" charset="0"/>
                <a:ea typeface="TID UI" panose="02000503000000020004" pitchFamily="2" charset="0"/>
                <a:cs typeface="TID UI" panose="02000503000000020004" pitchFamily="2" charset="0"/>
              </a:defRPr>
            </a:lvl5pPr>
          </a:lstStyle>
          <a:p>
            <a:pPr lvl="0"/>
            <a:r>
              <a:rPr lang="nb-NO"/>
              <a:t>Undertittel </a:t>
            </a:r>
          </a:p>
        </p:txBody>
      </p:sp>
      <p:sp>
        <p:nvSpPr>
          <p:cNvPr id="6" name="Platshållare för innehåll 6">
            <a:extLst>
              <a:ext uri="{FF2B5EF4-FFF2-40B4-BE49-F238E27FC236}">
                <a16:creationId xmlns:a16="http://schemas.microsoft.com/office/drawing/2014/main" id="{3AE040CD-25D0-32DD-89FF-5440670EC09A}"/>
              </a:ext>
            </a:extLst>
          </p:cNvPr>
          <p:cNvSpPr>
            <a:spLocks noGrp="1"/>
          </p:cNvSpPr>
          <p:nvPr>
            <p:ph sz="quarter" idx="22" hasCustomPrompt="1"/>
          </p:nvPr>
        </p:nvSpPr>
        <p:spPr>
          <a:xfrm>
            <a:off x="8832579" y="2424120"/>
            <a:ext cx="8038140" cy="6179137"/>
          </a:xfrm>
        </p:spPr>
        <p:txBody>
          <a:bodyPr/>
          <a:lstStyle>
            <a:lvl1pPr>
              <a:defRPr/>
            </a:lvl1pPr>
          </a:lstStyle>
          <a:p>
            <a:pPr lvl="0"/>
            <a:r>
              <a:rPr lang="nb-NO"/>
              <a:t>Klikk for å legge til tekst</a:t>
            </a:r>
          </a:p>
          <a:p>
            <a:pPr lvl="1"/>
            <a:r>
              <a:rPr lang="nb-NO"/>
              <a:t>Nivå två</a:t>
            </a:r>
          </a:p>
          <a:p>
            <a:pPr lvl="2"/>
            <a:r>
              <a:rPr lang="nb-NO"/>
              <a:t>Nivå tre</a:t>
            </a:r>
          </a:p>
          <a:p>
            <a:pPr lvl="3"/>
            <a:r>
              <a:rPr lang="nb-NO"/>
              <a:t>Nivå fyra</a:t>
            </a:r>
          </a:p>
          <a:p>
            <a:pPr lvl="4"/>
            <a:r>
              <a:rPr lang="nb-NO"/>
              <a:t>Nivå fem</a:t>
            </a:r>
          </a:p>
        </p:txBody>
      </p:sp>
      <p:sp>
        <p:nvSpPr>
          <p:cNvPr id="2" name="Title 1">
            <a:extLst>
              <a:ext uri="{FF2B5EF4-FFF2-40B4-BE49-F238E27FC236}">
                <a16:creationId xmlns:a16="http://schemas.microsoft.com/office/drawing/2014/main" id="{204AFC86-1936-6087-0E69-084BC3FA3C63}"/>
              </a:ext>
            </a:extLst>
          </p:cNvPr>
          <p:cNvSpPr>
            <a:spLocks noGrp="1"/>
          </p:cNvSpPr>
          <p:nvPr>
            <p:ph type="title"/>
          </p:nvPr>
        </p:nvSpPr>
        <p:spPr>
          <a:xfrm>
            <a:off x="937324" y="1281664"/>
            <a:ext cx="15925897" cy="700249"/>
          </a:xfrm>
        </p:spPr>
        <p:txBody>
          <a:bodyPr/>
          <a:lstStyle/>
          <a:p>
            <a:r>
              <a:rPr lang="en-US"/>
              <a:t>Click to edit Master title style</a:t>
            </a:r>
            <a:endParaRPr lang="sv-SE"/>
          </a:p>
        </p:txBody>
      </p:sp>
    </p:spTree>
    <p:extLst>
      <p:ext uri="{BB962C8B-B14F-4D97-AF65-F5344CB8AC3E}">
        <p14:creationId xmlns:p14="http://schemas.microsoft.com/office/powerpoint/2010/main" val="1679463080"/>
      </p:ext>
    </p:extLst>
  </p:cSld>
  <p:clrMapOvr>
    <a:masterClrMapping/>
  </p:clrMapOvr>
  <p:extLst>
    <p:ext uri="{DCECCB84-F9BA-43D5-87BE-67443E8EF086}">
      <p15:sldGuideLst xmlns:p15="http://schemas.microsoft.com/office/powerpoint/2012/main">
        <p15:guide id="1" orient="horz" pos="2156">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om slide - Hvit">
    <p:bg>
      <p:bgPr>
        <a:solidFill>
          <a:schemeClr val="bg1"/>
        </a:solidFill>
        <a:effectLst/>
      </p:bgPr>
    </p:bg>
    <p:spTree>
      <p:nvGrpSpPr>
        <p:cNvPr id="1" name=""/>
        <p:cNvGrpSpPr/>
        <p:nvPr/>
      </p:nvGrpSpPr>
      <p:grpSpPr>
        <a:xfrm>
          <a:off x="0" y="0"/>
          <a:ext cx="0" cy="0"/>
          <a:chOff x="0" y="0"/>
          <a:chExt cx="0" cy="0"/>
        </a:xfrm>
      </p:grpSpPr>
      <p:sp>
        <p:nvSpPr>
          <p:cNvPr id="2" name="Plassholder for lysbildenummer 7">
            <a:extLst>
              <a:ext uri="{FF2B5EF4-FFF2-40B4-BE49-F238E27FC236}">
                <a16:creationId xmlns:a16="http://schemas.microsoft.com/office/drawing/2014/main" id="{959E4CEB-EB1E-8E3C-61D7-D6009706C7F8}"/>
              </a:ext>
            </a:extLst>
          </p:cNvPr>
          <p:cNvSpPr>
            <a:spLocks noGrp="1"/>
          </p:cNvSpPr>
          <p:nvPr>
            <p:ph type="sldNum" sz="quarter" idx="4"/>
          </p:nvPr>
        </p:nvSpPr>
        <p:spPr>
          <a:xfrm>
            <a:off x="12975738" y="479369"/>
            <a:ext cx="3902885" cy="262593"/>
          </a:xfrm>
          <a:prstGeom prst="rect">
            <a:avLst/>
          </a:prstGeom>
        </p:spPr>
        <p:txBody>
          <a:bodyPr vert="horz" lIns="0" tIns="0" rIns="0" bIns="0" rtlCol="0" anchor="ctr">
            <a:normAutofit/>
          </a:bodyPr>
          <a:lstStyle>
            <a:lvl1pPr algn="r">
              <a:defRPr sz="1704" b="0" i="0">
                <a:solidFill>
                  <a:srgbClr val="6D7196"/>
                </a:solidFill>
                <a:latin typeface="TID UI" panose="02000503000000020004" pitchFamily="2" charset="0"/>
              </a:defRPr>
            </a:lvl1pPr>
          </a:lstStyle>
          <a:p>
            <a:fld id="{A88D26A2-7148-442F-8F36-8B5BCA08B80B}" type="slidenum">
              <a:rPr lang="nb-NO" smtClean="0"/>
              <a:pPr/>
              <a:t>‹#›</a:t>
            </a:fld>
            <a:endParaRPr lang="nb-NO"/>
          </a:p>
        </p:txBody>
      </p:sp>
      <p:pic>
        <p:nvPicPr>
          <p:cNvPr id="3" name="Grafikk 4">
            <a:extLst>
              <a:ext uri="{FF2B5EF4-FFF2-40B4-BE49-F238E27FC236}">
                <a16:creationId xmlns:a16="http://schemas.microsoft.com/office/drawing/2014/main" id="{38224915-CE8F-432E-DDAA-4E38C8A19D3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08123" y="8787424"/>
            <a:ext cx="561463" cy="483761"/>
          </a:xfrm>
          <a:prstGeom prst="rect">
            <a:avLst/>
          </a:prstGeom>
        </p:spPr>
      </p:pic>
    </p:spTree>
    <p:extLst>
      <p:ext uri="{BB962C8B-B14F-4D97-AF65-F5344CB8AC3E}">
        <p14:creationId xmlns:p14="http://schemas.microsoft.com/office/powerpoint/2010/main" val="193497461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om slide - Pastell">
    <p:bg>
      <p:bgPr>
        <a:solidFill>
          <a:srgbClr val="F9F7F3"/>
        </a:solidFill>
        <a:effectLst/>
      </p:bgPr>
    </p:bg>
    <p:spTree>
      <p:nvGrpSpPr>
        <p:cNvPr id="1" name=""/>
        <p:cNvGrpSpPr/>
        <p:nvPr/>
      </p:nvGrpSpPr>
      <p:grpSpPr>
        <a:xfrm>
          <a:off x="0" y="0"/>
          <a:ext cx="0" cy="0"/>
          <a:chOff x="0" y="0"/>
          <a:chExt cx="0" cy="0"/>
        </a:xfrm>
      </p:grpSpPr>
      <p:sp>
        <p:nvSpPr>
          <p:cNvPr id="4" name="Plassholder for lysbildenummer 7">
            <a:extLst>
              <a:ext uri="{FF2B5EF4-FFF2-40B4-BE49-F238E27FC236}">
                <a16:creationId xmlns:a16="http://schemas.microsoft.com/office/drawing/2014/main" id="{719C4F0A-531A-1DEB-6D41-616FC4494481}"/>
              </a:ext>
            </a:extLst>
          </p:cNvPr>
          <p:cNvSpPr>
            <a:spLocks noGrp="1"/>
          </p:cNvSpPr>
          <p:nvPr>
            <p:ph type="sldNum" sz="quarter" idx="4"/>
          </p:nvPr>
        </p:nvSpPr>
        <p:spPr>
          <a:xfrm>
            <a:off x="12975738" y="479369"/>
            <a:ext cx="3902885" cy="262593"/>
          </a:xfrm>
          <a:prstGeom prst="rect">
            <a:avLst/>
          </a:prstGeom>
        </p:spPr>
        <p:txBody>
          <a:bodyPr vert="horz" lIns="0" tIns="0" rIns="0" bIns="0" rtlCol="0" anchor="ctr">
            <a:normAutofit/>
          </a:bodyPr>
          <a:lstStyle>
            <a:lvl1pPr algn="r">
              <a:defRPr sz="1704" b="0" i="0">
                <a:solidFill>
                  <a:srgbClr val="6D7196"/>
                </a:solidFill>
                <a:latin typeface="TID UI" panose="02000503000000020004" pitchFamily="2" charset="0"/>
              </a:defRPr>
            </a:lvl1pPr>
          </a:lstStyle>
          <a:p>
            <a:fld id="{A88D26A2-7148-442F-8F36-8B5BCA08B80B}" type="slidenum">
              <a:rPr lang="nb-NO" smtClean="0"/>
              <a:pPr/>
              <a:t>‹#›</a:t>
            </a:fld>
            <a:endParaRPr lang="nb-NO"/>
          </a:p>
        </p:txBody>
      </p:sp>
      <p:pic>
        <p:nvPicPr>
          <p:cNvPr id="5" name="Grafikk 4">
            <a:extLst>
              <a:ext uri="{FF2B5EF4-FFF2-40B4-BE49-F238E27FC236}">
                <a16:creationId xmlns:a16="http://schemas.microsoft.com/office/drawing/2014/main" id="{FCCA317A-65C4-DA16-713D-9D05FB73F38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08123" y="8787424"/>
            <a:ext cx="561463" cy="483761"/>
          </a:xfrm>
          <a:prstGeom prst="rect">
            <a:avLst/>
          </a:prstGeom>
        </p:spPr>
      </p:pic>
    </p:spTree>
    <p:extLst>
      <p:ext uri="{BB962C8B-B14F-4D97-AF65-F5344CB8AC3E}">
        <p14:creationId xmlns:p14="http://schemas.microsoft.com/office/powerpoint/2010/main" val="66561439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om slide - Blå">
    <p:bg>
      <p:bgPr>
        <a:solidFill>
          <a:schemeClr val="tx2"/>
        </a:solidFill>
        <a:effectLst/>
      </p:bgPr>
    </p:bg>
    <p:spTree>
      <p:nvGrpSpPr>
        <p:cNvPr id="1" name=""/>
        <p:cNvGrpSpPr/>
        <p:nvPr/>
      </p:nvGrpSpPr>
      <p:grpSpPr>
        <a:xfrm>
          <a:off x="0" y="0"/>
          <a:ext cx="0" cy="0"/>
          <a:chOff x="0" y="0"/>
          <a:chExt cx="0" cy="0"/>
        </a:xfrm>
      </p:grpSpPr>
      <p:sp>
        <p:nvSpPr>
          <p:cNvPr id="2" name="Plassholder for lysbildenummer 7">
            <a:extLst>
              <a:ext uri="{FF2B5EF4-FFF2-40B4-BE49-F238E27FC236}">
                <a16:creationId xmlns:a16="http://schemas.microsoft.com/office/drawing/2014/main" id="{0CA3C931-7441-37CA-7445-9C676393F2B8}"/>
              </a:ext>
            </a:extLst>
          </p:cNvPr>
          <p:cNvSpPr>
            <a:spLocks noGrp="1"/>
          </p:cNvSpPr>
          <p:nvPr>
            <p:ph type="sldNum" sz="quarter" idx="4"/>
          </p:nvPr>
        </p:nvSpPr>
        <p:spPr>
          <a:xfrm>
            <a:off x="12975738" y="479369"/>
            <a:ext cx="3902885" cy="262593"/>
          </a:xfrm>
          <a:prstGeom prst="rect">
            <a:avLst/>
          </a:prstGeom>
        </p:spPr>
        <p:txBody>
          <a:bodyPr vert="horz" lIns="0" tIns="0" rIns="0" bIns="0" rtlCol="0" anchor="ctr">
            <a:normAutofit/>
          </a:bodyPr>
          <a:lstStyle>
            <a:lvl1pPr algn="r">
              <a:defRPr sz="1704" b="0" i="0">
                <a:solidFill>
                  <a:srgbClr val="6D7196"/>
                </a:solidFill>
                <a:latin typeface="TID UI" panose="02000503000000020004" pitchFamily="2" charset="0"/>
              </a:defRPr>
            </a:lvl1pPr>
          </a:lstStyle>
          <a:p>
            <a:fld id="{A88D26A2-7148-442F-8F36-8B5BCA08B80B}" type="slidenum">
              <a:rPr lang="nb-NO" smtClean="0"/>
              <a:pPr/>
              <a:t>‹#›</a:t>
            </a:fld>
            <a:endParaRPr lang="nb-NO"/>
          </a:p>
        </p:txBody>
      </p:sp>
      <p:pic>
        <p:nvPicPr>
          <p:cNvPr id="3" name="Grafikk 4">
            <a:extLst>
              <a:ext uri="{FF2B5EF4-FFF2-40B4-BE49-F238E27FC236}">
                <a16:creationId xmlns:a16="http://schemas.microsoft.com/office/drawing/2014/main" id="{12DAF203-B942-BB2A-54A4-BD00D686944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08123" y="8787424"/>
            <a:ext cx="561463" cy="483761"/>
          </a:xfrm>
          <a:prstGeom prst="rect">
            <a:avLst/>
          </a:prstGeom>
        </p:spPr>
      </p:pic>
    </p:spTree>
    <p:extLst>
      <p:ext uri="{BB962C8B-B14F-4D97-AF65-F5344CB8AC3E}">
        <p14:creationId xmlns:p14="http://schemas.microsoft.com/office/powerpoint/2010/main" val="323835426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Tittelslide - Standard">
    <p:bg>
      <p:bgPr>
        <a:solidFill>
          <a:srgbClr val="F3F4F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53187" y="2685080"/>
            <a:ext cx="7719326" cy="2190927"/>
          </a:xfrm>
        </p:spPr>
        <p:txBody>
          <a:bodyPr anchor="b" anchorCtr="0">
            <a:normAutofit/>
          </a:bodyPr>
          <a:lstStyle>
            <a:lvl1pPr algn="l">
              <a:lnSpc>
                <a:spcPct val="100000"/>
              </a:lnSpc>
              <a:spcBef>
                <a:spcPts val="0"/>
              </a:spcBef>
              <a:defRPr sz="6811">
                <a:solidFill>
                  <a:schemeClr val="tx2"/>
                </a:solidFill>
              </a:defRPr>
            </a:lvl1pPr>
          </a:lstStyle>
          <a:p>
            <a:r>
              <a:rPr lang="nb-NO"/>
              <a:t>Plass til din </a:t>
            </a:r>
            <a:br>
              <a:rPr lang="nb-NO"/>
            </a:br>
            <a:r>
              <a:rPr lang="nb-NO"/>
              <a:t>tittel her</a:t>
            </a:r>
          </a:p>
        </p:txBody>
      </p:sp>
      <p:sp>
        <p:nvSpPr>
          <p:cNvPr id="3" name="Subtitle 2"/>
          <p:cNvSpPr>
            <a:spLocks noGrp="1"/>
          </p:cNvSpPr>
          <p:nvPr>
            <p:ph type="subTitle" idx="1" hasCustomPrompt="1"/>
          </p:nvPr>
        </p:nvSpPr>
        <p:spPr>
          <a:xfrm>
            <a:off x="953187" y="5059360"/>
            <a:ext cx="7719326" cy="857075"/>
          </a:xfrm>
        </p:spPr>
        <p:txBody>
          <a:bodyPr>
            <a:noAutofit/>
          </a:bodyPr>
          <a:lstStyle>
            <a:lvl1pPr marL="0" indent="0" algn="l">
              <a:lnSpc>
                <a:spcPct val="110000"/>
              </a:lnSpc>
              <a:spcBef>
                <a:spcPts val="0"/>
              </a:spcBef>
              <a:buNone/>
              <a:defRPr sz="3832" b="0" i="0">
                <a:solidFill>
                  <a:srgbClr val="6D7196"/>
                </a:solidFill>
                <a:latin typeface="TID UI" panose="02000503000000020004" pitchFamily="2" charset="0"/>
              </a:defRPr>
            </a:lvl1pPr>
            <a:lvl2pPr marL="648806" indent="0" algn="ctr">
              <a:buNone/>
              <a:defRPr sz="2838"/>
            </a:lvl2pPr>
            <a:lvl3pPr marL="1297612" indent="0" algn="ctr">
              <a:buNone/>
              <a:defRPr sz="2554"/>
            </a:lvl3pPr>
            <a:lvl4pPr marL="1946417" indent="0" algn="ctr">
              <a:buNone/>
              <a:defRPr sz="2271"/>
            </a:lvl4pPr>
            <a:lvl5pPr marL="2595223" indent="0" algn="ctr">
              <a:buNone/>
              <a:defRPr sz="2271"/>
            </a:lvl5pPr>
            <a:lvl6pPr marL="3244029" indent="0" algn="ctr">
              <a:buNone/>
              <a:defRPr sz="2271"/>
            </a:lvl6pPr>
            <a:lvl7pPr marL="3892834" indent="0" algn="ctr">
              <a:buNone/>
              <a:defRPr sz="2271"/>
            </a:lvl7pPr>
            <a:lvl8pPr marL="4541640" indent="0" algn="ctr">
              <a:buNone/>
              <a:defRPr sz="2271"/>
            </a:lvl8pPr>
            <a:lvl9pPr marL="5190444" indent="0" algn="ctr">
              <a:buNone/>
              <a:defRPr sz="2271"/>
            </a:lvl9pPr>
          </a:lstStyle>
          <a:p>
            <a:r>
              <a:rPr lang="nb-NO" err="1"/>
              <a:t>Click</a:t>
            </a:r>
            <a:r>
              <a:rPr lang="nb-NO"/>
              <a:t> to </a:t>
            </a:r>
            <a:r>
              <a:rPr lang="nb-NO" err="1"/>
              <a:t>add</a:t>
            </a:r>
            <a:r>
              <a:rPr lang="nb-NO"/>
              <a:t> </a:t>
            </a:r>
            <a:r>
              <a:rPr lang="nb-NO" err="1"/>
              <a:t>subtitle</a:t>
            </a:r>
            <a:endParaRPr lang="nb-NO"/>
          </a:p>
        </p:txBody>
      </p:sp>
      <p:pic>
        <p:nvPicPr>
          <p:cNvPr id="11" name="Grafikk 10">
            <a:extLst>
              <a:ext uri="{FF2B5EF4-FFF2-40B4-BE49-F238E27FC236}">
                <a16:creationId xmlns:a16="http://schemas.microsoft.com/office/drawing/2014/main" id="{B1701389-CECB-B998-6EF3-0E893064D2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463532" y="1501409"/>
            <a:ext cx="6139753" cy="6136482"/>
          </a:xfrm>
          <a:prstGeom prst="rect">
            <a:avLst/>
          </a:prstGeom>
        </p:spPr>
      </p:pic>
      <p:pic>
        <p:nvPicPr>
          <p:cNvPr id="6" name="Grafikk 5">
            <a:extLst>
              <a:ext uri="{FF2B5EF4-FFF2-40B4-BE49-F238E27FC236}">
                <a16:creationId xmlns:a16="http://schemas.microsoft.com/office/drawing/2014/main" id="{6B1E9B2A-3276-2D89-DFA7-06596D39372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630589" y="8791252"/>
            <a:ext cx="2248345" cy="483761"/>
          </a:xfrm>
          <a:prstGeom prst="rect">
            <a:avLst/>
          </a:prstGeom>
        </p:spPr>
      </p:pic>
      <p:sp>
        <p:nvSpPr>
          <p:cNvPr id="9" name="Plassholder for tekst 8">
            <a:extLst>
              <a:ext uri="{FF2B5EF4-FFF2-40B4-BE49-F238E27FC236}">
                <a16:creationId xmlns:a16="http://schemas.microsoft.com/office/drawing/2014/main" id="{43C48362-3C50-5FCE-0F65-92C41E8C8C2C}"/>
              </a:ext>
            </a:extLst>
          </p:cNvPr>
          <p:cNvSpPr>
            <a:spLocks noGrp="1"/>
          </p:cNvSpPr>
          <p:nvPr>
            <p:ph type="body" sz="quarter" idx="10" hasCustomPrompt="1"/>
          </p:nvPr>
        </p:nvSpPr>
        <p:spPr>
          <a:xfrm>
            <a:off x="953138" y="8064659"/>
            <a:ext cx="7719326" cy="1197495"/>
          </a:xfrm>
        </p:spPr>
        <p:txBody>
          <a:bodyPr anchor="b" anchorCtr="0">
            <a:normAutofit/>
          </a:bodyPr>
          <a:lstStyle>
            <a:lvl1pPr marL="0" indent="0">
              <a:buNone/>
              <a:defRPr sz="2271" baseline="0">
                <a:solidFill>
                  <a:srgbClr val="6D7196"/>
                </a:solidFill>
                <a:latin typeface="TID UI" panose="02000503000000020004" pitchFamily="2" charset="0"/>
              </a:defRPr>
            </a:lvl1pPr>
          </a:lstStyle>
          <a:p>
            <a:pPr lvl="0"/>
            <a:r>
              <a:rPr lang="nb-NO"/>
              <a:t>Navn / dato / versjonsnummer</a:t>
            </a:r>
          </a:p>
        </p:txBody>
      </p:sp>
    </p:spTree>
    <p:extLst>
      <p:ext uri="{BB962C8B-B14F-4D97-AF65-F5344CB8AC3E}">
        <p14:creationId xmlns:p14="http://schemas.microsoft.com/office/powerpoint/2010/main" val="428958555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97874BC-1C90-39F6-4919-32984CF07742}"/>
              </a:ext>
            </a:extLst>
          </p:cNvPr>
          <p:cNvSpPr>
            <a:spLocks noGrp="1"/>
          </p:cNvSpPr>
          <p:nvPr>
            <p:ph type="ctrTitle"/>
          </p:nvPr>
        </p:nvSpPr>
        <p:spPr>
          <a:xfrm>
            <a:off x="2168128" y="1595990"/>
            <a:ext cx="13008769" cy="3395145"/>
          </a:xfrm>
        </p:spPr>
        <p:txBody>
          <a:bodyPr anchor="b"/>
          <a:lstStyle>
            <a:lvl1pPr algn="ctr">
              <a:defRPr sz="8514"/>
            </a:lvl1pPr>
          </a:lstStyle>
          <a:p>
            <a:r>
              <a:rPr lang="nb-NO"/>
              <a:t>Klikk for å redigere tittelstil</a:t>
            </a:r>
          </a:p>
        </p:txBody>
      </p:sp>
      <p:sp>
        <p:nvSpPr>
          <p:cNvPr id="3" name="Undertittel 2">
            <a:extLst>
              <a:ext uri="{FF2B5EF4-FFF2-40B4-BE49-F238E27FC236}">
                <a16:creationId xmlns:a16="http://schemas.microsoft.com/office/drawing/2014/main" id="{AF82400F-D6C0-8300-1C4D-61FBA7B876DB}"/>
              </a:ext>
            </a:extLst>
          </p:cNvPr>
          <p:cNvSpPr>
            <a:spLocks noGrp="1"/>
          </p:cNvSpPr>
          <p:nvPr>
            <p:ph type="subTitle" idx="1"/>
          </p:nvPr>
        </p:nvSpPr>
        <p:spPr>
          <a:xfrm>
            <a:off x="2168128" y="5122067"/>
            <a:ext cx="13008769" cy="2354478"/>
          </a:xfrm>
        </p:spPr>
        <p:txBody>
          <a:bodyPr/>
          <a:lstStyle>
            <a:lvl1pPr marL="0" indent="0" algn="ctr">
              <a:buNone/>
              <a:defRPr sz="3406"/>
            </a:lvl1pPr>
            <a:lvl2pPr marL="648773" indent="0" algn="ctr">
              <a:buNone/>
              <a:defRPr sz="2838"/>
            </a:lvl2pPr>
            <a:lvl3pPr marL="1297547" indent="0" algn="ctr">
              <a:buNone/>
              <a:defRPr sz="2554"/>
            </a:lvl3pPr>
            <a:lvl4pPr marL="1946320" indent="0" algn="ctr">
              <a:buNone/>
              <a:defRPr sz="2271"/>
            </a:lvl4pPr>
            <a:lvl5pPr marL="2595093" indent="0" algn="ctr">
              <a:buNone/>
              <a:defRPr sz="2271"/>
            </a:lvl5pPr>
            <a:lvl6pPr marL="3243865" indent="0" algn="ctr">
              <a:buNone/>
              <a:defRPr sz="2271"/>
            </a:lvl6pPr>
            <a:lvl7pPr marL="3892638" indent="0" algn="ctr">
              <a:buNone/>
              <a:defRPr sz="2271"/>
            </a:lvl7pPr>
            <a:lvl8pPr marL="4541412" indent="0" algn="ctr">
              <a:buNone/>
              <a:defRPr sz="2271"/>
            </a:lvl8pPr>
            <a:lvl9pPr marL="5190185" indent="0" algn="ctr">
              <a:buNone/>
              <a:defRPr sz="2271"/>
            </a:lvl9pPr>
          </a:lstStyle>
          <a:p>
            <a:r>
              <a:rPr lang="nb-NO"/>
              <a:t>Klikk for å redigere undertittelstil i malen</a:t>
            </a:r>
          </a:p>
        </p:txBody>
      </p:sp>
      <p:sp>
        <p:nvSpPr>
          <p:cNvPr id="4" name="Plassholder for dato 3">
            <a:extLst>
              <a:ext uri="{FF2B5EF4-FFF2-40B4-BE49-F238E27FC236}">
                <a16:creationId xmlns:a16="http://schemas.microsoft.com/office/drawing/2014/main" id="{499318B7-C762-D1EA-D354-771A3F003A8D}"/>
              </a:ext>
            </a:extLst>
          </p:cNvPr>
          <p:cNvSpPr>
            <a:spLocks noGrp="1"/>
          </p:cNvSpPr>
          <p:nvPr>
            <p:ph type="dt" sz="half" idx="10"/>
          </p:nvPr>
        </p:nvSpPr>
        <p:spPr/>
        <p:txBody>
          <a:bodyPr/>
          <a:lstStyle/>
          <a:p>
            <a:fld id="{E51C61DF-0FD8-D642-B85E-EE3C48FD2B6E}" type="datetimeFigureOut">
              <a:rPr lang="nb-NO" smtClean="0"/>
              <a:t>06.10.2026</a:t>
            </a:fld>
            <a:endParaRPr lang="nb-NO"/>
          </a:p>
        </p:txBody>
      </p:sp>
      <p:sp>
        <p:nvSpPr>
          <p:cNvPr id="5" name="Plassholder for bunntekst 4">
            <a:extLst>
              <a:ext uri="{FF2B5EF4-FFF2-40B4-BE49-F238E27FC236}">
                <a16:creationId xmlns:a16="http://schemas.microsoft.com/office/drawing/2014/main" id="{1A29DC82-2438-B8BA-F041-54BB57452AD1}"/>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80C46D52-34D3-2E98-81BE-956E4AAF62C5}"/>
              </a:ext>
            </a:extLst>
          </p:cNvPr>
          <p:cNvSpPr>
            <a:spLocks noGrp="1"/>
          </p:cNvSpPr>
          <p:nvPr>
            <p:ph type="sldNum" sz="quarter" idx="12"/>
          </p:nvPr>
        </p:nvSpPr>
        <p:spPr/>
        <p:txBody>
          <a:bodyPr/>
          <a:lstStyle/>
          <a:p>
            <a:fld id="{73C728E9-562D-9548-A4F5-F7D5CC1CF537}" type="slidenum">
              <a:rPr lang="nb-NO" smtClean="0"/>
              <a:t>‹#›</a:t>
            </a:fld>
            <a:endParaRPr lang="nb-NO"/>
          </a:p>
        </p:txBody>
      </p:sp>
    </p:spTree>
    <p:extLst>
      <p:ext uri="{BB962C8B-B14F-4D97-AF65-F5344CB8AC3E}">
        <p14:creationId xmlns:p14="http://schemas.microsoft.com/office/powerpoint/2010/main" val="108498327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cSld name="1_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5132813-AE25-037A-7A0A-69820AC90FD9}"/>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B915B35C-D835-9E00-542F-71C4FDDDE774}"/>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53288702-34FD-3A22-617D-E8D43FC8B38B}"/>
              </a:ext>
            </a:extLst>
          </p:cNvPr>
          <p:cNvSpPr>
            <a:spLocks noGrp="1"/>
          </p:cNvSpPr>
          <p:nvPr>
            <p:ph type="dt" sz="half" idx="10"/>
          </p:nvPr>
        </p:nvSpPr>
        <p:spPr/>
        <p:txBody>
          <a:bodyPr/>
          <a:lstStyle/>
          <a:p>
            <a:fld id="{E51C61DF-0FD8-D642-B85E-EE3C48FD2B6E}" type="datetimeFigureOut">
              <a:rPr lang="nb-NO" smtClean="0"/>
              <a:t>06.10.2026</a:t>
            </a:fld>
            <a:endParaRPr lang="nb-NO"/>
          </a:p>
        </p:txBody>
      </p:sp>
      <p:sp>
        <p:nvSpPr>
          <p:cNvPr id="5" name="Plassholder for bunntekst 4">
            <a:extLst>
              <a:ext uri="{FF2B5EF4-FFF2-40B4-BE49-F238E27FC236}">
                <a16:creationId xmlns:a16="http://schemas.microsoft.com/office/drawing/2014/main" id="{9D29A97E-B177-E4B8-09D1-6F5AB0C72CC3}"/>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69729555-EFD0-6961-D233-2F28282DFB91}"/>
              </a:ext>
            </a:extLst>
          </p:cNvPr>
          <p:cNvSpPr>
            <a:spLocks noGrp="1"/>
          </p:cNvSpPr>
          <p:nvPr>
            <p:ph type="sldNum" sz="quarter" idx="12"/>
          </p:nvPr>
        </p:nvSpPr>
        <p:spPr/>
        <p:txBody>
          <a:bodyPr/>
          <a:lstStyle/>
          <a:p>
            <a:fld id="{73C728E9-562D-9548-A4F5-F7D5CC1CF537}" type="slidenum">
              <a:rPr lang="nb-NO" smtClean="0"/>
              <a:t>‹#›</a:t>
            </a:fld>
            <a:endParaRPr lang="nb-NO"/>
          </a:p>
        </p:txBody>
      </p:sp>
    </p:spTree>
    <p:extLst>
      <p:ext uri="{BB962C8B-B14F-4D97-AF65-F5344CB8AC3E}">
        <p14:creationId xmlns:p14="http://schemas.microsoft.com/office/powerpoint/2010/main" val="4197685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tags" Target="../tags/tag1.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theme" Target="../theme/theme3.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image" Target="../media/image1.emf"/><Relationship Id="rId10" Type="http://schemas.openxmlformats.org/officeDocument/2006/relationships/slideLayout" Target="../slideLayouts/slideLayout54.xml"/><Relationship Id="rId19" Type="http://schemas.openxmlformats.org/officeDocument/2006/relationships/slideLayout" Target="../slideLayouts/slideLayout63.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972122" y="2374096"/>
            <a:ext cx="15373922" cy="664797"/>
          </a:xfrm>
          <a:prstGeom prst="rect">
            <a:avLst/>
          </a:prstGeom>
        </p:spPr>
        <p:txBody>
          <a:bodyPr vert="horz" lIns="0" tIns="0" rIns="0" bIns="0" rtlCol="0" anchor="b" anchorCtr="0">
            <a:normAutofit/>
          </a:bodyPr>
          <a:lstStyle/>
          <a:p>
            <a:r>
              <a:rPr lang="nb-NO"/>
              <a:t>Klikk for å redigere tittelstil</a:t>
            </a:r>
          </a:p>
        </p:txBody>
      </p:sp>
      <p:sp>
        <p:nvSpPr>
          <p:cNvPr id="3" name="Plassholder for tekst 2"/>
          <p:cNvSpPr>
            <a:spLocks noGrp="1"/>
          </p:cNvSpPr>
          <p:nvPr>
            <p:ph type="body" idx="1"/>
          </p:nvPr>
        </p:nvSpPr>
        <p:spPr>
          <a:xfrm>
            <a:off x="972122" y="3492436"/>
            <a:ext cx="15373922" cy="4680585"/>
          </a:xfrm>
          <a:prstGeom prst="rect">
            <a:avLst/>
          </a:prstGeom>
        </p:spPr>
        <p:txBody>
          <a:bodyPr vert="horz" lIns="0" tIns="0" rIns="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4865312" y="8705717"/>
            <a:ext cx="1080135" cy="262593"/>
          </a:xfrm>
          <a:prstGeom prst="rect">
            <a:avLst/>
          </a:prstGeom>
        </p:spPr>
        <p:txBody>
          <a:bodyPr vert="horz" lIns="0" tIns="0" rIns="0" bIns="0" rtlCol="0" anchor="ctr">
            <a:normAutofit/>
          </a:bodyPr>
          <a:lstStyle>
            <a:lvl1pPr algn="l">
              <a:defRPr sz="1100">
                <a:solidFill>
                  <a:schemeClr val="dk1"/>
                </a:solidFill>
              </a:defRPr>
            </a:lvl1pPr>
          </a:lstStyle>
          <a:p>
            <a:fld id="{710EC14C-1BC8-D644-8538-4CFD4F329370}" type="datetime1">
              <a:rPr lang="nb-NO" smtClean="0"/>
              <a:t>06.10.2026</a:t>
            </a:fld>
            <a:endParaRPr lang="nb-NO"/>
          </a:p>
        </p:txBody>
      </p:sp>
      <p:sp>
        <p:nvSpPr>
          <p:cNvPr id="5" name="Plassholder for bunntekst 4"/>
          <p:cNvSpPr>
            <a:spLocks noGrp="1"/>
          </p:cNvSpPr>
          <p:nvPr>
            <p:ph type="ftr" sz="quarter" idx="3"/>
          </p:nvPr>
        </p:nvSpPr>
        <p:spPr>
          <a:xfrm>
            <a:off x="6210772" y="8705717"/>
            <a:ext cx="9001125" cy="262593"/>
          </a:xfrm>
          <a:prstGeom prst="rect">
            <a:avLst/>
          </a:prstGeom>
        </p:spPr>
        <p:txBody>
          <a:bodyPr vert="horz" lIns="0" tIns="0" rIns="0" bIns="0" rtlCol="0" anchor="ctr">
            <a:normAutofit/>
          </a:bodyPr>
          <a:lstStyle>
            <a:lvl1pPr algn="l">
              <a:defRPr sz="1100" cap="all" baseline="0">
                <a:solidFill>
                  <a:schemeClr val="dk1"/>
                </a:solidFill>
              </a:defRPr>
            </a:lvl1pPr>
          </a:lstStyle>
          <a:p>
            <a:r>
              <a:rPr lang="nb-NO"/>
              <a:t>Introduction to A.I - Umair M.I</a:t>
            </a:r>
          </a:p>
        </p:txBody>
      </p:sp>
      <p:sp>
        <p:nvSpPr>
          <p:cNvPr id="6" name="Plassholder for lysbildenummer 5"/>
          <p:cNvSpPr>
            <a:spLocks noGrp="1"/>
          </p:cNvSpPr>
          <p:nvPr>
            <p:ph type="sldNum" sz="quarter" idx="4"/>
          </p:nvPr>
        </p:nvSpPr>
        <p:spPr>
          <a:xfrm>
            <a:off x="15906712" y="8705717"/>
            <a:ext cx="439332" cy="262593"/>
          </a:xfrm>
          <a:prstGeom prst="rect">
            <a:avLst/>
          </a:prstGeom>
        </p:spPr>
        <p:txBody>
          <a:bodyPr vert="horz" lIns="0" tIns="0" rIns="0" bIns="0" rtlCol="0" anchor="ctr">
            <a:normAutofit/>
          </a:bodyPr>
          <a:lstStyle>
            <a:lvl1pPr algn="r">
              <a:defRPr sz="1100">
                <a:solidFill>
                  <a:schemeClr val="dk1"/>
                </a:solidFill>
              </a:defRPr>
            </a:lvl1pPr>
          </a:lstStyle>
          <a:p>
            <a:fld id="{5751DFAA-887F-4071-8EAD-E8CA316FCF06}" type="slidenum">
              <a:rPr lang="nb-NO" smtClean="0"/>
              <a:pPr/>
              <a:t>‹#›</a:t>
            </a:fld>
            <a:endParaRPr lang="nb-NO"/>
          </a:p>
        </p:txBody>
      </p:sp>
      <p:pic>
        <p:nvPicPr>
          <p:cNvPr id="14" name="Bilde 13">
            <a:extLst>
              <a:ext uri="{FF2B5EF4-FFF2-40B4-BE49-F238E27FC236}">
                <a16:creationId xmlns:a16="http://schemas.microsoft.com/office/drawing/2014/main" id="{6A4233ED-D1B9-4B94-9BBA-8344A1EE6A06}"/>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12898460" y="8705717"/>
            <a:ext cx="2313437" cy="272797"/>
          </a:xfrm>
          <a:prstGeom prst="rect">
            <a:avLst/>
          </a:prstGeom>
        </p:spPr>
      </p:pic>
    </p:spTree>
    <p:extLst>
      <p:ext uri="{BB962C8B-B14F-4D97-AF65-F5344CB8AC3E}">
        <p14:creationId xmlns:p14="http://schemas.microsoft.com/office/powerpoint/2010/main" val="1643857197"/>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3" r:id="rId3"/>
    <p:sldLayoutId id="2147483664" r:id="rId4"/>
    <p:sldLayoutId id="2147483662" r:id="rId5"/>
    <p:sldLayoutId id="2147483666" r:id="rId6"/>
    <p:sldLayoutId id="2147483667" r:id="rId7"/>
    <p:sldLayoutId id="2147483668" r:id="rId8"/>
    <p:sldLayoutId id="2147483650" r:id="rId9"/>
    <p:sldLayoutId id="2147483651" r:id="rId10"/>
    <p:sldLayoutId id="2147483656" r:id="rId11"/>
    <p:sldLayoutId id="2147483658" r:id="rId12"/>
    <p:sldLayoutId id="2147483659" r:id="rId13"/>
    <p:sldLayoutId id="2147483660" r:id="rId14"/>
    <p:sldLayoutId id="2147483661" r:id="rId15"/>
    <p:sldLayoutId id="2147483657" r:id="rId16"/>
    <p:sldLayoutId id="2147483670" r:id="rId17"/>
    <p:sldLayoutId id="2147483671" r:id="rId18"/>
    <p:sldLayoutId id="2147483652" r:id="rId19"/>
    <p:sldLayoutId id="2147483653" r:id="rId20"/>
    <p:sldLayoutId id="2147483654" r:id="rId21"/>
    <p:sldLayoutId id="2147483655" r:id="rId22"/>
  </p:sldLayoutIdLst>
  <p:hf sldNum="0" hdr="0" dt="0"/>
  <p:txStyles>
    <p:title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325069" indent="-325069" algn="l" defTabSz="1300277" rtl="0" eaLnBrk="1" latinLnBrk="0" hangingPunct="1">
        <a:lnSpc>
          <a:spcPct val="100000"/>
        </a:lnSpc>
        <a:spcBef>
          <a:spcPts val="0"/>
        </a:spcBef>
        <a:spcAft>
          <a:spcPts val="1000"/>
        </a:spcAft>
        <a:buClrTx/>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Tx/>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Tx/>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Tx/>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Tx/>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nb-NO"/>
      </a:defPPr>
      <a:lvl1pPr marL="0" algn="l" defTabSz="1300277" rtl="0" eaLnBrk="1" latinLnBrk="0" hangingPunct="1">
        <a:defRPr sz="2560" kern="1200">
          <a:solidFill>
            <a:schemeClr val="tx1"/>
          </a:solidFill>
          <a:latin typeface="+mn-lt"/>
          <a:ea typeface="+mn-ea"/>
          <a:cs typeface="+mn-cs"/>
        </a:defRPr>
      </a:lvl1pPr>
      <a:lvl2pPr marL="650138" algn="l" defTabSz="1300277" rtl="0" eaLnBrk="1" latinLnBrk="0" hangingPunct="1">
        <a:defRPr sz="2560" kern="1200">
          <a:solidFill>
            <a:schemeClr val="tx1"/>
          </a:solidFill>
          <a:latin typeface="+mn-lt"/>
          <a:ea typeface="+mn-ea"/>
          <a:cs typeface="+mn-cs"/>
        </a:defRPr>
      </a:lvl2pPr>
      <a:lvl3pPr marL="1300277" algn="l" defTabSz="1300277" rtl="0" eaLnBrk="1" latinLnBrk="0" hangingPunct="1">
        <a:defRPr sz="2560" kern="1200">
          <a:solidFill>
            <a:schemeClr val="tx1"/>
          </a:solidFill>
          <a:latin typeface="+mn-lt"/>
          <a:ea typeface="+mn-ea"/>
          <a:cs typeface="+mn-cs"/>
        </a:defRPr>
      </a:lvl3pPr>
      <a:lvl4pPr marL="1950415" algn="l" defTabSz="1300277" rtl="0" eaLnBrk="1" latinLnBrk="0" hangingPunct="1">
        <a:defRPr sz="2560" kern="1200">
          <a:solidFill>
            <a:schemeClr val="tx1"/>
          </a:solidFill>
          <a:latin typeface="+mn-lt"/>
          <a:ea typeface="+mn-ea"/>
          <a:cs typeface="+mn-cs"/>
        </a:defRPr>
      </a:lvl4pPr>
      <a:lvl5pPr marL="2600554" algn="l" defTabSz="1300277" rtl="0" eaLnBrk="1" latinLnBrk="0" hangingPunct="1">
        <a:defRPr sz="2560" kern="1200">
          <a:solidFill>
            <a:schemeClr val="tx1"/>
          </a:solidFill>
          <a:latin typeface="+mn-lt"/>
          <a:ea typeface="+mn-ea"/>
          <a:cs typeface="+mn-cs"/>
        </a:defRPr>
      </a:lvl5pPr>
      <a:lvl6pPr marL="3250692" algn="l" defTabSz="1300277" rtl="0" eaLnBrk="1" latinLnBrk="0" hangingPunct="1">
        <a:defRPr sz="2560" kern="1200">
          <a:solidFill>
            <a:schemeClr val="tx1"/>
          </a:solidFill>
          <a:latin typeface="+mn-lt"/>
          <a:ea typeface="+mn-ea"/>
          <a:cs typeface="+mn-cs"/>
        </a:defRPr>
      </a:lvl6pPr>
      <a:lvl7pPr marL="3900830" algn="l" defTabSz="1300277" rtl="0" eaLnBrk="1" latinLnBrk="0" hangingPunct="1">
        <a:defRPr sz="2560" kern="1200">
          <a:solidFill>
            <a:schemeClr val="tx1"/>
          </a:solidFill>
          <a:latin typeface="+mn-lt"/>
          <a:ea typeface="+mn-ea"/>
          <a:cs typeface="+mn-cs"/>
        </a:defRPr>
      </a:lvl7pPr>
      <a:lvl8pPr marL="4550969" algn="l" defTabSz="1300277" rtl="0" eaLnBrk="1" latinLnBrk="0" hangingPunct="1">
        <a:defRPr sz="2560" kern="1200">
          <a:solidFill>
            <a:schemeClr val="tx1"/>
          </a:solidFill>
          <a:latin typeface="+mn-lt"/>
          <a:ea typeface="+mn-ea"/>
          <a:cs typeface="+mn-cs"/>
        </a:defRPr>
      </a:lvl8pPr>
      <a:lvl9pPr marL="5201107" algn="l" defTabSz="1300277" rtl="0" eaLnBrk="1" latinLnBrk="0" hangingPunct="1">
        <a:defRPr sz="25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972122" y="2374096"/>
            <a:ext cx="15373922" cy="664797"/>
          </a:xfrm>
          <a:prstGeom prst="rect">
            <a:avLst/>
          </a:prstGeom>
        </p:spPr>
        <p:txBody>
          <a:bodyPr vert="horz" lIns="0" tIns="0" rIns="0" bIns="0" rtlCol="0" anchor="b" anchorCtr="0">
            <a:normAutofit/>
          </a:bodyPr>
          <a:lstStyle/>
          <a:p>
            <a:r>
              <a:rPr lang="nb-NO"/>
              <a:t>Klikk for å redigere tittelstil</a:t>
            </a:r>
          </a:p>
        </p:txBody>
      </p:sp>
      <p:sp>
        <p:nvSpPr>
          <p:cNvPr id="3" name="Plassholder for tekst 2"/>
          <p:cNvSpPr>
            <a:spLocks noGrp="1"/>
          </p:cNvSpPr>
          <p:nvPr>
            <p:ph type="body" idx="1"/>
          </p:nvPr>
        </p:nvSpPr>
        <p:spPr>
          <a:xfrm>
            <a:off x="972122" y="3492436"/>
            <a:ext cx="15373922" cy="4680585"/>
          </a:xfrm>
          <a:prstGeom prst="rect">
            <a:avLst/>
          </a:prstGeom>
        </p:spPr>
        <p:txBody>
          <a:bodyPr vert="horz" lIns="0" tIns="0" rIns="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4865312" y="8705717"/>
            <a:ext cx="1080135" cy="262593"/>
          </a:xfrm>
          <a:prstGeom prst="rect">
            <a:avLst/>
          </a:prstGeom>
        </p:spPr>
        <p:txBody>
          <a:bodyPr vert="horz" lIns="0" tIns="0" rIns="0" bIns="0" rtlCol="0" anchor="ctr">
            <a:normAutofit/>
          </a:bodyPr>
          <a:lstStyle>
            <a:lvl1pPr algn="l">
              <a:defRPr sz="1100">
                <a:solidFill>
                  <a:schemeClr val="dk1"/>
                </a:solidFill>
              </a:defRPr>
            </a:lvl1pPr>
          </a:lstStyle>
          <a:p>
            <a:fld id="{3E27EE5C-360C-234C-895B-090AE76C967B}" type="datetime1">
              <a:rPr lang="nb-NO" smtClean="0"/>
              <a:t>06.10.2026</a:t>
            </a:fld>
            <a:endParaRPr lang="nb-NO"/>
          </a:p>
        </p:txBody>
      </p:sp>
      <p:sp>
        <p:nvSpPr>
          <p:cNvPr id="5" name="Plassholder for bunntekst 4"/>
          <p:cNvSpPr>
            <a:spLocks noGrp="1"/>
          </p:cNvSpPr>
          <p:nvPr>
            <p:ph type="ftr" sz="quarter" idx="3"/>
          </p:nvPr>
        </p:nvSpPr>
        <p:spPr>
          <a:xfrm>
            <a:off x="6210772" y="8705717"/>
            <a:ext cx="9001125" cy="262593"/>
          </a:xfrm>
          <a:prstGeom prst="rect">
            <a:avLst/>
          </a:prstGeom>
        </p:spPr>
        <p:txBody>
          <a:bodyPr vert="horz" lIns="0" tIns="0" rIns="0" bIns="0" rtlCol="0" anchor="ctr">
            <a:normAutofit/>
          </a:bodyPr>
          <a:lstStyle>
            <a:lvl1pPr algn="l">
              <a:defRPr sz="1100" cap="all" baseline="0">
                <a:solidFill>
                  <a:schemeClr val="dk1"/>
                </a:solidFill>
              </a:defRPr>
            </a:lvl1pPr>
          </a:lstStyle>
          <a:p>
            <a:r>
              <a:rPr lang="nb-NO"/>
              <a:t>Introduction to A.I - Umair M.I</a:t>
            </a:r>
          </a:p>
        </p:txBody>
      </p:sp>
      <p:sp>
        <p:nvSpPr>
          <p:cNvPr id="6" name="Plassholder for lysbildenummer 5"/>
          <p:cNvSpPr>
            <a:spLocks noGrp="1"/>
          </p:cNvSpPr>
          <p:nvPr>
            <p:ph type="sldNum" sz="quarter" idx="4"/>
          </p:nvPr>
        </p:nvSpPr>
        <p:spPr>
          <a:xfrm>
            <a:off x="15906712" y="8705717"/>
            <a:ext cx="439332" cy="262593"/>
          </a:xfrm>
          <a:prstGeom prst="rect">
            <a:avLst/>
          </a:prstGeom>
        </p:spPr>
        <p:txBody>
          <a:bodyPr vert="horz" lIns="0" tIns="0" rIns="0" bIns="0" rtlCol="0" anchor="ctr">
            <a:normAutofit/>
          </a:bodyPr>
          <a:lstStyle>
            <a:lvl1pPr algn="r">
              <a:defRPr sz="1100">
                <a:solidFill>
                  <a:schemeClr val="dk1"/>
                </a:solidFill>
              </a:defRPr>
            </a:lvl1pPr>
          </a:lstStyle>
          <a:p>
            <a:fld id="{5751DFAA-887F-4071-8EAD-E8CA316FCF06}" type="slidenum">
              <a:rPr lang="nb-NO" smtClean="0"/>
              <a:pPr/>
              <a:t>‹#›</a:t>
            </a:fld>
            <a:endParaRPr lang="nb-NO"/>
          </a:p>
        </p:txBody>
      </p:sp>
      <p:pic>
        <p:nvPicPr>
          <p:cNvPr id="8" name="Bilde 7">
            <a:extLst>
              <a:ext uri="{FF2B5EF4-FFF2-40B4-BE49-F238E27FC236}">
                <a16:creationId xmlns:a16="http://schemas.microsoft.com/office/drawing/2014/main" id="{6D4766B5-60EE-4C05-9784-0F52E6D4C5F8}"/>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pic>
        <p:nvPicPr>
          <p:cNvPr id="14" name="Bilde 13">
            <a:extLst>
              <a:ext uri="{FF2B5EF4-FFF2-40B4-BE49-F238E27FC236}">
                <a16:creationId xmlns:a16="http://schemas.microsoft.com/office/drawing/2014/main" id="{6A4233ED-D1B9-4B94-9BBA-8344A1EE6A06}"/>
              </a:ext>
            </a:extLst>
          </p:cNvPr>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spTree>
    <p:extLst>
      <p:ext uri="{BB962C8B-B14F-4D97-AF65-F5344CB8AC3E}">
        <p14:creationId xmlns:p14="http://schemas.microsoft.com/office/powerpoint/2010/main" val="15338680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Lst>
  <p:hf sldNum="0" hdr="0" dt="0"/>
  <p:txStyles>
    <p:title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325069" indent="-325069" algn="l" defTabSz="1300277" rtl="0" eaLnBrk="1" latinLnBrk="0" hangingPunct="1">
        <a:lnSpc>
          <a:spcPct val="100000"/>
        </a:lnSpc>
        <a:spcBef>
          <a:spcPts val="0"/>
        </a:spcBef>
        <a:spcAft>
          <a:spcPts val="1000"/>
        </a:spcAft>
        <a:buClr>
          <a:schemeClr val="accent1"/>
        </a:buClr>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
          <a:schemeClr val="accent1"/>
        </a:buClr>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
          <a:schemeClr val="accent1"/>
        </a:buClr>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nb-NO"/>
      </a:defPPr>
      <a:lvl1pPr marL="0" algn="l" defTabSz="1300277" rtl="0" eaLnBrk="1" latinLnBrk="0" hangingPunct="1">
        <a:defRPr sz="2560" kern="1200">
          <a:solidFill>
            <a:schemeClr val="tx1"/>
          </a:solidFill>
          <a:latin typeface="+mn-lt"/>
          <a:ea typeface="+mn-ea"/>
          <a:cs typeface="+mn-cs"/>
        </a:defRPr>
      </a:lvl1pPr>
      <a:lvl2pPr marL="650138" algn="l" defTabSz="1300277" rtl="0" eaLnBrk="1" latinLnBrk="0" hangingPunct="1">
        <a:defRPr sz="2560" kern="1200">
          <a:solidFill>
            <a:schemeClr val="tx1"/>
          </a:solidFill>
          <a:latin typeface="+mn-lt"/>
          <a:ea typeface="+mn-ea"/>
          <a:cs typeface="+mn-cs"/>
        </a:defRPr>
      </a:lvl2pPr>
      <a:lvl3pPr marL="1300277" algn="l" defTabSz="1300277" rtl="0" eaLnBrk="1" latinLnBrk="0" hangingPunct="1">
        <a:defRPr sz="2560" kern="1200">
          <a:solidFill>
            <a:schemeClr val="tx1"/>
          </a:solidFill>
          <a:latin typeface="+mn-lt"/>
          <a:ea typeface="+mn-ea"/>
          <a:cs typeface="+mn-cs"/>
        </a:defRPr>
      </a:lvl3pPr>
      <a:lvl4pPr marL="1950415" algn="l" defTabSz="1300277" rtl="0" eaLnBrk="1" latinLnBrk="0" hangingPunct="1">
        <a:defRPr sz="2560" kern="1200">
          <a:solidFill>
            <a:schemeClr val="tx1"/>
          </a:solidFill>
          <a:latin typeface="+mn-lt"/>
          <a:ea typeface="+mn-ea"/>
          <a:cs typeface="+mn-cs"/>
        </a:defRPr>
      </a:lvl4pPr>
      <a:lvl5pPr marL="2600554" algn="l" defTabSz="1300277" rtl="0" eaLnBrk="1" latinLnBrk="0" hangingPunct="1">
        <a:defRPr sz="2560" kern="1200">
          <a:solidFill>
            <a:schemeClr val="tx1"/>
          </a:solidFill>
          <a:latin typeface="+mn-lt"/>
          <a:ea typeface="+mn-ea"/>
          <a:cs typeface="+mn-cs"/>
        </a:defRPr>
      </a:lvl5pPr>
      <a:lvl6pPr marL="3250692" algn="l" defTabSz="1300277" rtl="0" eaLnBrk="1" latinLnBrk="0" hangingPunct="1">
        <a:defRPr sz="2560" kern="1200">
          <a:solidFill>
            <a:schemeClr val="tx1"/>
          </a:solidFill>
          <a:latin typeface="+mn-lt"/>
          <a:ea typeface="+mn-ea"/>
          <a:cs typeface="+mn-cs"/>
        </a:defRPr>
      </a:lvl6pPr>
      <a:lvl7pPr marL="3900830" algn="l" defTabSz="1300277" rtl="0" eaLnBrk="1" latinLnBrk="0" hangingPunct="1">
        <a:defRPr sz="2560" kern="1200">
          <a:solidFill>
            <a:schemeClr val="tx1"/>
          </a:solidFill>
          <a:latin typeface="+mn-lt"/>
          <a:ea typeface="+mn-ea"/>
          <a:cs typeface="+mn-cs"/>
        </a:defRPr>
      </a:lvl7pPr>
      <a:lvl8pPr marL="4550969" algn="l" defTabSz="1300277" rtl="0" eaLnBrk="1" latinLnBrk="0" hangingPunct="1">
        <a:defRPr sz="2560" kern="1200">
          <a:solidFill>
            <a:schemeClr val="tx1"/>
          </a:solidFill>
          <a:latin typeface="+mn-lt"/>
          <a:ea typeface="+mn-ea"/>
          <a:cs typeface="+mn-cs"/>
        </a:defRPr>
      </a:lvl8pPr>
      <a:lvl9pPr marL="5201107" algn="l" defTabSz="1300277" rtl="0" eaLnBrk="1" latinLnBrk="0" hangingPunct="1">
        <a:defRPr sz="25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8978D75-C83F-ACAB-2B99-4500ABD2F52F}"/>
              </a:ext>
            </a:extLst>
          </p:cNvPr>
          <p:cNvGraphicFramePr>
            <a:graphicFrameLocks/>
          </p:cNvGraphicFramePr>
          <p:nvPr userDrawn="1">
            <p:custDataLst>
              <p:tags r:id="rId26"/>
            </p:custDataLst>
            <p:extLst>
              <p:ext uri="{D42A27DB-BD31-4B8C-83A1-F6EECF244321}">
                <p14:modId xmlns:p14="http://schemas.microsoft.com/office/powerpoint/2010/main" val="2127042988"/>
              </p:ext>
            </p:extLst>
          </p:nvPr>
        </p:nvGraphicFramePr>
        <p:xfrm>
          <a:off x="2259" y="2263"/>
          <a:ext cx="2259" cy="2262"/>
        </p:xfrm>
        <a:graphic>
          <a:graphicData uri="http://schemas.openxmlformats.org/presentationml/2006/ole">
            <mc:AlternateContent xmlns:mc="http://schemas.openxmlformats.org/markup-compatibility/2006">
              <mc:Choice xmlns:v="urn:schemas-microsoft-com:vml" Requires="v">
                <p:oleObj name="think-cell Slide" r:id="rId27" imgW="404" imgH="405" progId="TCLayout.ActiveDocument.1">
                  <p:embed/>
                </p:oleObj>
              </mc:Choice>
              <mc:Fallback>
                <p:oleObj name="think-cell Slide" r:id="rId27" imgW="404" imgH="405" progId="TCLayout.ActiveDocument.1">
                  <p:embed/>
                  <p:pic>
                    <p:nvPicPr>
                      <p:cNvPr id="5" name="think-cell data - do not delete" hidden="1">
                        <a:extLst>
                          <a:ext uri="{FF2B5EF4-FFF2-40B4-BE49-F238E27FC236}">
                            <a16:creationId xmlns:a16="http://schemas.microsoft.com/office/drawing/2014/main" id="{38978D75-C83F-ACAB-2B99-4500ABD2F52F}"/>
                          </a:ext>
                        </a:extLst>
                      </p:cNvPr>
                      <p:cNvPicPr/>
                      <p:nvPr/>
                    </p:nvPicPr>
                    <p:blipFill>
                      <a:blip r:embed="rId28"/>
                      <a:stretch>
                        <a:fillRect/>
                      </a:stretch>
                    </p:blipFill>
                    <p:spPr>
                      <a:xfrm>
                        <a:off x="2259" y="2263"/>
                        <a:ext cx="2259" cy="2262"/>
                      </a:xfrm>
                      <a:prstGeom prst="rect">
                        <a:avLst/>
                      </a:prstGeom>
                    </p:spPr>
                  </p:pic>
                </p:oleObj>
              </mc:Fallback>
            </mc:AlternateContent>
          </a:graphicData>
        </a:graphic>
      </p:graphicFrame>
      <p:sp>
        <p:nvSpPr>
          <p:cNvPr id="4" name="ToolsToo_Slide" descr="ToolsToo_Slide">
            <a:extLst>
              <a:ext uri="{FF2B5EF4-FFF2-40B4-BE49-F238E27FC236}">
                <a16:creationId xmlns:a16="http://schemas.microsoft.com/office/drawing/2014/main" id="{7595E95E-9263-1B09-3B2B-5FC3A9E42F3E}"/>
              </a:ext>
            </a:extLst>
          </p:cNvPr>
          <p:cNvSpPr/>
          <p:nvPr userDrawn="1"/>
        </p:nvSpPr>
        <p:spPr>
          <a:xfrm>
            <a:off x="0" y="1"/>
            <a:ext cx="17345025" cy="975201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4878" tIns="32438" rIns="64878" bIns="32438" numCol="1" spcCol="0" rtlCol="0" fromWordArt="0" anchor="ctr" anchorCtr="0" forceAA="0" compatLnSpc="1">
            <a:prstTxWarp prst="textNoShape">
              <a:avLst/>
            </a:prstTxWarp>
            <a:noAutofit/>
          </a:bodyPr>
          <a:lstStyle/>
          <a:p>
            <a:pPr algn="ctr"/>
            <a:endParaRPr lang="nb-NO" sz="638"/>
          </a:p>
        </p:txBody>
      </p:sp>
      <p:sp>
        <p:nvSpPr>
          <p:cNvPr id="2" name="Title Placeholder 1"/>
          <p:cNvSpPr>
            <a:spLocks noGrp="1"/>
          </p:cNvSpPr>
          <p:nvPr>
            <p:ph type="title"/>
          </p:nvPr>
        </p:nvSpPr>
        <p:spPr>
          <a:xfrm>
            <a:off x="937324" y="1729217"/>
            <a:ext cx="15925897" cy="700249"/>
          </a:xfrm>
          <a:prstGeom prst="rect">
            <a:avLst/>
          </a:prstGeom>
        </p:spPr>
        <p:txBody>
          <a:bodyPr vert="horz" wrap="square" lIns="0" tIns="0" rIns="0" bIns="0" rtlCol="0" anchor="b" anchorCtr="0">
            <a:noAutofit/>
          </a:bodyPr>
          <a:lstStyle/>
          <a:p>
            <a:endParaRPr lang="nb-NO"/>
          </a:p>
        </p:txBody>
      </p:sp>
      <p:sp>
        <p:nvSpPr>
          <p:cNvPr id="3" name="Text Placeholder 2"/>
          <p:cNvSpPr>
            <a:spLocks noGrp="1"/>
          </p:cNvSpPr>
          <p:nvPr>
            <p:ph type="body" idx="1"/>
          </p:nvPr>
        </p:nvSpPr>
        <p:spPr>
          <a:xfrm>
            <a:off x="937324" y="3100715"/>
            <a:ext cx="15925897" cy="6161441"/>
          </a:xfrm>
          <a:prstGeom prst="rect">
            <a:avLst/>
          </a:prstGeom>
        </p:spPr>
        <p:txBody>
          <a:bodyPr vert="horz" lIns="0" tIns="0" rIns="0" bIns="0" rtlCol="0">
            <a:normAutofit/>
          </a:bodyPr>
          <a:lstStyle/>
          <a:p>
            <a:pPr lvl="0"/>
            <a:r>
              <a:rPr lang="nb-NO"/>
              <a:t>Klikk for å legge til tekst</a:t>
            </a:r>
          </a:p>
          <a:p>
            <a:pPr lvl="1"/>
            <a:r>
              <a:rPr lang="nb-NO"/>
              <a:t>Andre nivå</a:t>
            </a:r>
          </a:p>
          <a:p>
            <a:pPr lvl="2"/>
            <a:r>
              <a:rPr lang="nb-NO"/>
              <a:t>Tredje nivå</a:t>
            </a:r>
          </a:p>
          <a:p>
            <a:pPr lvl="3"/>
            <a:r>
              <a:rPr lang="nb-NO"/>
              <a:t>Fjerde nivå</a:t>
            </a:r>
          </a:p>
          <a:p>
            <a:pPr lvl="4"/>
            <a:r>
              <a:rPr lang="nb-NO"/>
              <a:t>Femte nivå</a:t>
            </a:r>
          </a:p>
        </p:txBody>
      </p:sp>
      <p:sp>
        <p:nvSpPr>
          <p:cNvPr id="8" name="Plassholder for lysbildenummer 7">
            <a:extLst>
              <a:ext uri="{FF2B5EF4-FFF2-40B4-BE49-F238E27FC236}">
                <a16:creationId xmlns:a16="http://schemas.microsoft.com/office/drawing/2014/main" id="{A50CEB8A-2F21-4A4D-B437-95739152A0F1}"/>
              </a:ext>
            </a:extLst>
          </p:cNvPr>
          <p:cNvSpPr>
            <a:spLocks noGrp="1"/>
          </p:cNvSpPr>
          <p:nvPr>
            <p:ph type="sldNum" sz="quarter" idx="4"/>
          </p:nvPr>
        </p:nvSpPr>
        <p:spPr>
          <a:xfrm>
            <a:off x="12975738" y="479369"/>
            <a:ext cx="3902885" cy="262593"/>
          </a:xfrm>
          <a:prstGeom prst="rect">
            <a:avLst/>
          </a:prstGeom>
        </p:spPr>
        <p:txBody>
          <a:bodyPr vert="horz" lIns="0" tIns="0" rIns="0" bIns="0" rtlCol="0" anchor="ctr">
            <a:normAutofit/>
          </a:bodyPr>
          <a:lstStyle>
            <a:lvl1pPr algn="r">
              <a:defRPr sz="1704" b="0" i="0">
                <a:solidFill>
                  <a:srgbClr val="6D7196"/>
                </a:solidFill>
                <a:latin typeface="TID UI" panose="02000503000000020004" pitchFamily="2" charset="0"/>
              </a:defRPr>
            </a:lvl1pPr>
          </a:lstStyle>
          <a:p>
            <a:fld id="{A88D26A2-7148-442F-8F36-8B5BCA08B80B}" type="slidenum">
              <a:rPr lang="nb-NO" smtClean="0"/>
              <a:pPr/>
              <a:t>‹#›</a:t>
            </a:fld>
            <a:endParaRPr lang="nb-NO"/>
          </a:p>
        </p:txBody>
      </p:sp>
    </p:spTree>
    <p:extLst>
      <p:ext uri="{BB962C8B-B14F-4D97-AF65-F5344CB8AC3E}">
        <p14:creationId xmlns:p14="http://schemas.microsoft.com/office/powerpoint/2010/main" val="2919398946"/>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Lst>
  <p:hf hdr="0" dt="0"/>
  <p:txStyles>
    <p:titleStyle>
      <a:lvl1pPr algn="l" defTabSz="1297612" rtl="0" eaLnBrk="1" latinLnBrk="0" hangingPunct="1">
        <a:lnSpc>
          <a:spcPct val="100000"/>
        </a:lnSpc>
        <a:spcBef>
          <a:spcPct val="0"/>
        </a:spcBef>
        <a:buNone/>
        <a:defRPr sz="4542" kern="1200">
          <a:solidFill>
            <a:schemeClr val="tx2"/>
          </a:solidFill>
          <a:latin typeface="+mj-lt"/>
          <a:ea typeface="TID UI Semi Bold" panose="02000703000000020004" pitchFamily="50" charset="0"/>
          <a:cs typeface="TID UI Semi Bold" panose="02000703000000020004" pitchFamily="50" charset="0"/>
        </a:defRPr>
      </a:lvl1pPr>
    </p:titleStyle>
    <p:bodyStyle>
      <a:lvl1pPr marL="319310" indent="-319310" algn="l" defTabSz="1297612" rtl="0" eaLnBrk="1" latinLnBrk="0" hangingPunct="1">
        <a:lnSpc>
          <a:spcPct val="120000"/>
        </a:lnSpc>
        <a:spcBef>
          <a:spcPts val="0"/>
        </a:spcBef>
        <a:buFont typeface="TID UI" panose="020B0604020202020204" pitchFamily="34" charset="0"/>
        <a:buChar char="•"/>
        <a:defRPr sz="3406" b="0" i="0" kern="1200">
          <a:solidFill>
            <a:schemeClr val="tx2"/>
          </a:solidFill>
          <a:latin typeface="TID UI" panose="02000503000000020004" pitchFamily="2" charset="0"/>
          <a:ea typeface="+mn-ea"/>
          <a:cs typeface="+mn-cs"/>
        </a:defRPr>
      </a:lvl1pPr>
      <a:lvl2pPr marL="638620" indent="-319310" algn="l" defTabSz="1297612" rtl="0" eaLnBrk="1" latinLnBrk="0" hangingPunct="1">
        <a:lnSpc>
          <a:spcPct val="120000"/>
        </a:lnSpc>
        <a:spcBef>
          <a:spcPts val="0"/>
        </a:spcBef>
        <a:buFont typeface="TID UI" panose="020B0604020202020204" pitchFamily="34" charset="0"/>
        <a:buChar char="-"/>
        <a:defRPr sz="2838" b="0" i="0" kern="1200">
          <a:solidFill>
            <a:schemeClr val="tx2"/>
          </a:solidFill>
          <a:latin typeface="TID UI" panose="02000503000000020004" pitchFamily="2" charset="0"/>
          <a:ea typeface="+mn-ea"/>
          <a:cs typeface="+mn-cs"/>
        </a:defRPr>
      </a:lvl2pPr>
      <a:lvl3pPr marL="957930" indent="-319310" algn="l" defTabSz="1297612" rtl="0" eaLnBrk="1" latinLnBrk="0" hangingPunct="1">
        <a:lnSpc>
          <a:spcPct val="120000"/>
        </a:lnSpc>
        <a:spcBef>
          <a:spcPts val="0"/>
        </a:spcBef>
        <a:buFont typeface="TID UI" panose="020B0604020202020204" pitchFamily="34" charset="0"/>
        <a:buChar char="-"/>
        <a:defRPr sz="2271" b="0" i="0" kern="1200">
          <a:solidFill>
            <a:schemeClr val="tx2"/>
          </a:solidFill>
          <a:latin typeface="TID UI" panose="02000503000000020004" pitchFamily="2" charset="0"/>
          <a:ea typeface="+mn-ea"/>
          <a:cs typeface="+mn-cs"/>
        </a:defRPr>
      </a:lvl3pPr>
      <a:lvl4pPr marL="1277240" indent="-319310" algn="l" defTabSz="1297612" rtl="0" eaLnBrk="1" latinLnBrk="0" hangingPunct="1">
        <a:lnSpc>
          <a:spcPct val="120000"/>
        </a:lnSpc>
        <a:spcBef>
          <a:spcPts val="0"/>
        </a:spcBef>
        <a:buFont typeface="TID UI" panose="020B0604020202020204" pitchFamily="34" charset="0"/>
        <a:buChar char="-"/>
        <a:defRPr sz="1987" b="0" i="0" kern="1200">
          <a:solidFill>
            <a:schemeClr val="tx2"/>
          </a:solidFill>
          <a:latin typeface="TID UI" panose="02000503000000020004" pitchFamily="2" charset="0"/>
          <a:ea typeface="+mn-ea"/>
          <a:cs typeface="+mn-cs"/>
        </a:defRPr>
      </a:lvl4pPr>
      <a:lvl5pPr marL="1596551" indent="-319310" algn="l" defTabSz="1297612" rtl="0" eaLnBrk="1" latinLnBrk="0" hangingPunct="1">
        <a:lnSpc>
          <a:spcPct val="120000"/>
        </a:lnSpc>
        <a:spcBef>
          <a:spcPts val="0"/>
        </a:spcBef>
        <a:buFont typeface="TID UI" panose="020B0604020202020204" pitchFamily="34" charset="0"/>
        <a:buChar char="-"/>
        <a:defRPr sz="1704" b="0" i="0" kern="1200">
          <a:solidFill>
            <a:schemeClr val="tx2"/>
          </a:solidFill>
          <a:latin typeface="TID UI" panose="02000503000000020004" pitchFamily="2" charset="0"/>
          <a:ea typeface="+mn-ea"/>
          <a:cs typeface="+mn-cs"/>
        </a:defRPr>
      </a:lvl5pPr>
      <a:lvl6pPr marL="3568432" indent="-324402" algn="l" defTabSz="1297612" rtl="0" eaLnBrk="1" latinLnBrk="0" hangingPunct="1">
        <a:lnSpc>
          <a:spcPct val="90000"/>
        </a:lnSpc>
        <a:spcBef>
          <a:spcPts val="710"/>
        </a:spcBef>
        <a:buFont typeface="TID UI" panose="020B0604020202020204" pitchFamily="34" charset="0"/>
        <a:buChar char="•"/>
        <a:defRPr sz="2554" kern="1200">
          <a:solidFill>
            <a:schemeClr val="tx1"/>
          </a:solidFill>
          <a:latin typeface="+mn-lt"/>
          <a:ea typeface="+mn-ea"/>
          <a:cs typeface="+mn-cs"/>
        </a:defRPr>
      </a:lvl6pPr>
      <a:lvl7pPr marL="4217237" indent="-324402" algn="l" defTabSz="1297612" rtl="0" eaLnBrk="1" latinLnBrk="0" hangingPunct="1">
        <a:lnSpc>
          <a:spcPct val="90000"/>
        </a:lnSpc>
        <a:spcBef>
          <a:spcPts val="710"/>
        </a:spcBef>
        <a:buFont typeface="TID UI" panose="020B0604020202020204" pitchFamily="34" charset="0"/>
        <a:buChar char="•"/>
        <a:defRPr sz="2554" kern="1200">
          <a:solidFill>
            <a:schemeClr val="tx1"/>
          </a:solidFill>
          <a:latin typeface="+mn-lt"/>
          <a:ea typeface="+mn-ea"/>
          <a:cs typeface="+mn-cs"/>
        </a:defRPr>
      </a:lvl7pPr>
      <a:lvl8pPr marL="4866043" indent="-324402" algn="l" defTabSz="1297612" rtl="0" eaLnBrk="1" latinLnBrk="0" hangingPunct="1">
        <a:lnSpc>
          <a:spcPct val="90000"/>
        </a:lnSpc>
        <a:spcBef>
          <a:spcPts val="710"/>
        </a:spcBef>
        <a:buFont typeface="TID UI" panose="020B0604020202020204" pitchFamily="34" charset="0"/>
        <a:buChar char="•"/>
        <a:defRPr sz="2554" kern="1200">
          <a:solidFill>
            <a:schemeClr val="tx1"/>
          </a:solidFill>
          <a:latin typeface="+mn-lt"/>
          <a:ea typeface="+mn-ea"/>
          <a:cs typeface="+mn-cs"/>
        </a:defRPr>
      </a:lvl8pPr>
      <a:lvl9pPr marL="5514847" indent="-324402" algn="l" defTabSz="1297612" rtl="0" eaLnBrk="1" latinLnBrk="0" hangingPunct="1">
        <a:lnSpc>
          <a:spcPct val="90000"/>
        </a:lnSpc>
        <a:spcBef>
          <a:spcPts val="710"/>
        </a:spcBef>
        <a:buFont typeface="TID UI" panose="020B0604020202020204" pitchFamily="34" charset="0"/>
        <a:buChar char="•"/>
        <a:defRPr sz="2554" kern="1200">
          <a:solidFill>
            <a:schemeClr val="tx1"/>
          </a:solidFill>
          <a:latin typeface="+mn-lt"/>
          <a:ea typeface="+mn-ea"/>
          <a:cs typeface="+mn-cs"/>
        </a:defRPr>
      </a:lvl9pPr>
    </p:bodyStyle>
    <p:otherStyle>
      <a:defPPr>
        <a:defRPr lang="nb-NO"/>
      </a:defPPr>
      <a:lvl1pPr marL="0" algn="l" defTabSz="1297612" rtl="0" eaLnBrk="1" latinLnBrk="0" hangingPunct="1">
        <a:defRPr sz="2560" kern="1200">
          <a:solidFill>
            <a:schemeClr val="tx1"/>
          </a:solidFill>
          <a:latin typeface="+mn-lt"/>
          <a:ea typeface="+mn-ea"/>
          <a:cs typeface="+mn-cs"/>
        </a:defRPr>
      </a:lvl1pPr>
      <a:lvl2pPr marL="648806" algn="l" defTabSz="1297612" rtl="0" eaLnBrk="1" latinLnBrk="0" hangingPunct="1">
        <a:defRPr sz="2560" kern="1200">
          <a:solidFill>
            <a:schemeClr val="tx1"/>
          </a:solidFill>
          <a:latin typeface="+mn-lt"/>
          <a:ea typeface="+mn-ea"/>
          <a:cs typeface="+mn-cs"/>
        </a:defRPr>
      </a:lvl2pPr>
      <a:lvl3pPr marL="1297612" algn="l" defTabSz="1297612" rtl="0" eaLnBrk="1" latinLnBrk="0" hangingPunct="1">
        <a:defRPr sz="2560" kern="1200">
          <a:solidFill>
            <a:schemeClr val="tx1"/>
          </a:solidFill>
          <a:latin typeface="+mn-lt"/>
          <a:ea typeface="+mn-ea"/>
          <a:cs typeface="+mn-cs"/>
        </a:defRPr>
      </a:lvl3pPr>
      <a:lvl4pPr marL="1946417" algn="l" defTabSz="1297612" rtl="0" eaLnBrk="1" latinLnBrk="0" hangingPunct="1">
        <a:defRPr sz="2554" kern="1200">
          <a:solidFill>
            <a:schemeClr val="tx1"/>
          </a:solidFill>
          <a:latin typeface="+mn-lt"/>
          <a:ea typeface="+mn-ea"/>
          <a:cs typeface="+mn-cs"/>
        </a:defRPr>
      </a:lvl4pPr>
      <a:lvl5pPr marL="2595223" algn="l" defTabSz="1297612" rtl="0" eaLnBrk="1" latinLnBrk="0" hangingPunct="1">
        <a:defRPr sz="2554" kern="1200">
          <a:solidFill>
            <a:schemeClr val="tx1"/>
          </a:solidFill>
          <a:latin typeface="+mn-lt"/>
          <a:ea typeface="+mn-ea"/>
          <a:cs typeface="+mn-cs"/>
        </a:defRPr>
      </a:lvl5pPr>
      <a:lvl6pPr marL="3244029" algn="l" defTabSz="1297612" rtl="0" eaLnBrk="1" latinLnBrk="0" hangingPunct="1">
        <a:defRPr sz="2554" kern="1200">
          <a:solidFill>
            <a:schemeClr val="tx1"/>
          </a:solidFill>
          <a:latin typeface="+mn-lt"/>
          <a:ea typeface="+mn-ea"/>
          <a:cs typeface="+mn-cs"/>
        </a:defRPr>
      </a:lvl6pPr>
      <a:lvl7pPr marL="3892834" algn="l" defTabSz="1297612" rtl="0" eaLnBrk="1" latinLnBrk="0" hangingPunct="1">
        <a:defRPr sz="2554" kern="1200">
          <a:solidFill>
            <a:schemeClr val="tx1"/>
          </a:solidFill>
          <a:latin typeface="+mn-lt"/>
          <a:ea typeface="+mn-ea"/>
          <a:cs typeface="+mn-cs"/>
        </a:defRPr>
      </a:lvl7pPr>
      <a:lvl8pPr marL="4541640" algn="l" defTabSz="1297612" rtl="0" eaLnBrk="1" latinLnBrk="0" hangingPunct="1">
        <a:defRPr sz="2554" kern="1200">
          <a:solidFill>
            <a:schemeClr val="tx1"/>
          </a:solidFill>
          <a:latin typeface="+mn-lt"/>
          <a:ea typeface="+mn-ea"/>
          <a:cs typeface="+mn-cs"/>
        </a:defRPr>
      </a:lvl8pPr>
      <a:lvl9pPr marL="5190444" algn="l" defTabSz="1297612" rtl="0" eaLnBrk="1" latinLnBrk="0" hangingPunct="1">
        <a:defRPr sz="2554"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823">
          <p15:clr>
            <a:srgbClr val="F26B43"/>
          </p15:clr>
        </p15:guide>
        <p15:guide id="4" pos="7469">
          <p15:clr>
            <a:srgbClr val="F26B43"/>
          </p15:clr>
        </p15:guide>
        <p15:guide id="8" pos="3840">
          <p15:clr>
            <a:srgbClr val="F26B43"/>
          </p15:clr>
        </p15:guide>
        <p15:guide id="9" pos="211">
          <p15:clr>
            <a:srgbClr val="F26B43"/>
          </p15:clr>
        </p15:guide>
        <p15:guide id="11" orient="horz" pos="2156">
          <p15:clr>
            <a:srgbClr val="F26B43"/>
          </p15:clr>
        </p15:guide>
        <p15:guide id="18">
          <p15:clr>
            <a:srgbClr val="F26B43"/>
          </p15:clr>
        </p15:guide>
        <p15:guide id="19" pos="7680">
          <p15:clr>
            <a:srgbClr val="F26B43"/>
          </p15:clr>
        </p15:guide>
        <p15:guide id="21" orient="horz" pos="232">
          <p15:clr>
            <a:srgbClr val="F26B43"/>
          </p15:clr>
        </p15:guide>
        <p15:guide id="22" orient="horz" pos="4098">
          <p15:clr>
            <a:srgbClr val="F26B43"/>
          </p15:clr>
        </p15:guide>
        <p15:guide id="27" pos="415">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68.xml"/><Relationship Id="rId1" Type="http://schemas.openxmlformats.org/officeDocument/2006/relationships/video" Target="https://www.youtube.com/embed/o2o3U0bNwLc?feature=oembed"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Model evaluation and improvement</a:t>
            </a:r>
          </a:p>
        </p:txBody>
      </p:sp>
      <p:sp>
        <p:nvSpPr>
          <p:cNvPr id="4" name="Text Placeholder 3"/>
          <p:cNvSpPr>
            <a:spLocks noGrp="1"/>
          </p:cNvSpPr>
          <p:nvPr>
            <p:ph type="body" sz="quarter" idx="13"/>
          </p:nvPr>
        </p:nvSpPr>
        <p:spPr/>
        <p:txBody>
          <a:bodyPr>
            <a:normAutofit fontScale="85000" lnSpcReduction="10000"/>
          </a:bodyPr>
          <a:lstStyle/>
          <a:p>
            <a:r>
              <a:t>Umair Mehmood Imam  ·  DAVE3625  ·  Week 41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2F"/>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C310D39-365F-6E77-DBE0-23B5F2A752E5}"/>
              </a:ext>
            </a:extLst>
          </p:cNvPr>
          <p:cNvSpPr>
            <a:spLocks noGrp="1"/>
          </p:cNvSpPr>
          <p:nvPr>
            <p:ph type="ctrTitle"/>
          </p:nvPr>
        </p:nvSpPr>
        <p:spPr/>
        <p:txBody>
          <a:bodyPr>
            <a:noAutofit/>
          </a:bodyPr>
          <a:lstStyle/>
          <a:p>
            <a:r>
              <a:rPr lang="nb-NO" sz="5688" b="1" dirty="0" err="1">
                <a:solidFill>
                  <a:schemeClr val="bg1"/>
                </a:solidFill>
              </a:rPr>
              <a:t>Hackathon</a:t>
            </a:r>
            <a:r>
              <a:rPr lang="nb-NO" sz="5688" b="1" dirty="0">
                <a:solidFill>
                  <a:schemeClr val="bg1"/>
                </a:solidFill>
              </a:rPr>
              <a:t>: Hands </a:t>
            </a:r>
            <a:r>
              <a:rPr lang="nb-NO" sz="5688" b="1" dirty="0" err="1">
                <a:solidFill>
                  <a:schemeClr val="bg1"/>
                </a:solidFill>
              </a:rPr>
              <a:t>on</a:t>
            </a:r>
            <a:r>
              <a:rPr lang="nb-NO" sz="5688" b="1" dirty="0">
                <a:solidFill>
                  <a:schemeClr val="bg1"/>
                </a:solidFill>
              </a:rPr>
              <a:t> </a:t>
            </a:r>
            <a:r>
              <a:rPr lang="nb-NO" sz="5688" b="1" dirty="0" err="1">
                <a:solidFill>
                  <a:schemeClr val="bg1"/>
                </a:solidFill>
              </a:rPr>
              <a:t>with</a:t>
            </a:r>
            <a:r>
              <a:rPr lang="nb-NO" sz="5688" b="1" dirty="0">
                <a:solidFill>
                  <a:schemeClr val="bg1"/>
                </a:solidFill>
              </a:rPr>
              <a:t> </a:t>
            </a:r>
            <a:r>
              <a:rPr lang="nb-NO" sz="5688" b="1" dirty="0" err="1">
                <a:solidFill>
                  <a:schemeClr val="bg1"/>
                </a:solidFill>
              </a:rPr>
              <a:t>claude</a:t>
            </a:r>
            <a:r>
              <a:rPr lang="nb-NO" sz="5688" b="1" dirty="0">
                <a:solidFill>
                  <a:schemeClr val="bg1"/>
                </a:solidFill>
              </a:rPr>
              <a:t> </a:t>
            </a:r>
            <a:r>
              <a:rPr lang="nb-NO" sz="5688" b="1" dirty="0" err="1">
                <a:solidFill>
                  <a:schemeClr val="bg1"/>
                </a:solidFill>
              </a:rPr>
              <a:t>code</a:t>
            </a:r>
            <a:endParaRPr lang="nb-NO" sz="3413" dirty="0">
              <a:solidFill>
                <a:schemeClr val="bg1"/>
              </a:solidFill>
            </a:endParaRPr>
          </a:p>
        </p:txBody>
      </p:sp>
      <p:sp>
        <p:nvSpPr>
          <p:cNvPr id="3" name="Undertittel 2">
            <a:extLst>
              <a:ext uri="{FF2B5EF4-FFF2-40B4-BE49-F238E27FC236}">
                <a16:creationId xmlns:a16="http://schemas.microsoft.com/office/drawing/2014/main" id="{358979DB-8960-BB55-93F7-1E4E2518081C}"/>
              </a:ext>
            </a:extLst>
          </p:cNvPr>
          <p:cNvSpPr>
            <a:spLocks noGrp="1"/>
          </p:cNvSpPr>
          <p:nvPr>
            <p:ph type="subTitle" idx="1"/>
          </p:nvPr>
        </p:nvSpPr>
        <p:spPr/>
        <p:txBody>
          <a:bodyPr/>
          <a:lstStyle/>
          <a:p>
            <a:r>
              <a:rPr lang="nb-NO" noProof="0" dirty="0">
                <a:solidFill>
                  <a:schemeClr val="bg1"/>
                </a:solidFill>
              </a:rPr>
              <a:t>Umair M.Imam</a:t>
            </a:r>
          </a:p>
        </p:txBody>
      </p:sp>
      <p:pic>
        <p:nvPicPr>
          <p:cNvPr id="6" name="Picture 2">
            <a:extLst>
              <a:ext uri="{FF2B5EF4-FFF2-40B4-BE49-F238E27FC236}">
                <a16:creationId xmlns:a16="http://schemas.microsoft.com/office/drawing/2014/main" id="{DAB1B0F6-284F-5DD5-4F13-74C6F24EB4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66" r="60248"/>
          <a:stretch>
            <a:fillRect/>
          </a:stretch>
        </p:blipFill>
        <p:spPr bwMode="auto">
          <a:xfrm>
            <a:off x="8717347" y="10159"/>
            <a:ext cx="8623620" cy="9731697"/>
          </a:xfrm>
          <a:prstGeom prst="rect">
            <a:avLst/>
          </a:prstGeom>
          <a:solidFill>
            <a:srgbClr val="FFFFFF"/>
          </a:solidFill>
        </p:spPr>
      </p:pic>
      <p:sp>
        <p:nvSpPr>
          <p:cNvPr id="7" name="Text Placeholder 6">
            <a:extLst>
              <a:ext uri="{FF2B5EF4-FFF2-40B4-BE49-F238E27FC236}">
                <a16:creationId xmlns:a16="http://schemas.microsoft.com/office/drawing/2014/main" id="{686F7F67-EF23-78D1-2269-5D51E9A971E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22378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0A7F0-8AB4-DBC2-5852-DF833F1472F0}"/>
              </a:ext>
            </a:extLst>
          </p:cNvPr>
          <p:cNvSpPr>
            <a:spLocks noGrp="1"/>
          </p:cNvSpPr>
          <p:nvPr>
            <p:ph type="title"/>
          </p:nvPr>
        </p:nvSpPr>
        <p:spPr>
          <a:xfrm>
            <a:off x="940942" y="1729217"/>
            <a:ext cx="3675971" cy="700249"/>
          </a:xfrm>
        </p:spPr>
        <p:txBody>
          <a:bodyPr/>
          <a:lstStyle/>
          <a:p>
            <a:r>
              <a:rPr lang="en-US" dirty="0"/>
              <a:t>Purpose </a:t>
            </a:r>
          </a:p>
        </p:txBody>
      </p:sp>
      <p:sp>
        <p:nvSpPr>
          <p:cNvPr id="3" name="Content Placeholder 2">
            <a:extLst>
              <a:ext uri="{FF2B5EF4-FFF2-40B4-BE49-F238E27FC236}">
                <a16:creationId xmlns:a16="http://schemas.microsoft.com/office/drawing/2014/main" id="{C2094CDC-BA41-D602-80E1-B742DAE3B748}"/>
              </a:ext>
            </a:extLst>
          </p:cNvPr>
          <p:cNvSpPr>
            <a:spLocks noGrp="1"/>
          </p:cNvSpPr>
          <p:nvPr>
            <p:ph idx="1"/>
          </p:nvPr>
        </p:nvSpPr>
        <p:spPr>
          <a:xfrm>
            <a:off x="940942" y="3100715"/>
            <a:ext cx="3908162" cy="2409946"/>
          </a:xfrm>
        </p:spPr>
        <p:txBody>
          <a:bodyPr/>
          <a:lstStyle/>
          <a:p>
            <a:r>
              <a:rPr lang="en-US" dirty="0"/>
              <a:t>Fun activity</a:t>
            </a:r>
          </a:p>
          <a:p>
            <a:r>
              <a:rPr lang="en-US" dirty="0"/>
              <a:t>Testing the limits</a:t>
            </a:r>
          </a:p>
        </p:txBody>
      </p:sp>
      <p:sp>
        <p:nvSpPr>
          <p:cNvPr id="4" name="Footer Placeholder 3">
            <a:extLst>
              <a:ext uri="{FF2B5EF4-FFF2-40B4-BE49-F238E27FC236}">
                <a16:creationId xmlns:a16="http://schemas.microsoft.com/office/drawing/2014/main" id="{5595615B-0DE5-B2D1-7B2B-61F45537D3F7}"/>
              </a:ext>
            </a:extLst>
          </p:cNvPr>
          <p:cNvSpPr>
            <a:spLocks noGrp="1"/>
          </p:cNvSpPr>
          <p:nvPr>
            <p:ph type="ftr" sz="quarter" idx="11"/>
          </p:nvPr>
        </p:nvSpPr>
        <p:spPr/>
        <p:txBody>
          <a:bodyPr/>
          <a:lstStyle/>
          <a:p>
            <a:pPr defTabSz="1300277"/>
            <a:endParaRPr lang="nb-NO" dirty="0">
              <a:solidFill>
                <a:srgbClr val="24103A"/>
              </a:solidFill>
              <a:latin typeface="TID UI"/>
            </a:endParaRPr>
          </a:p>
        </p:txBody>
      </p:sp>
      <p:sp>
        <p:nvSpPr>
          <p:cNvPr id="5" name="Slide Number Placeholder 4">
            <a:extLst>
              <a:ext uri="{FF2B5EF4-FFF2-40B4-BE49-F238E27FC236}">
                <a16:creationId xmlns:a16="http://schemas.microsoft.com/office/drawing/2014/main" id="{A16E2BCD-2B74-AEB9-456E-FECC90A7B6FE}"/>
              </a:ext>
            </a:extLst>
          </p:cNvPr>
          <p:cNvSpPr>
            <a:spLocks noGrp="1"/>
          </p:cNvSpPr>
          <p:nvPr>
            <p:ph type="sldNum" sz="quarter" idx="12"/>
          </p:nvPr>
        </p:nvSpPr>
        <p:spPr/>
        <p:txBody>
          <a:bodyPr/>
          <a:lstStyle/>
          <a:p>
            <a:pPr defTabSz="1300277"/>
            <a:fld id="{73C728E9-562D-9548-A4F5-F7D5CC1CF537}" type="slidenum">
              <a:rPr lang="nb-NO"/>
              <a:pPr defTabSz="1300277"/>
              <a:t>3</a:t>
            </a:fld>
            <a:endParaRPr lang="nb-NO"/>
          </a:p>
        </p:txBody>
      </p:sp>
      <p:sp>
        <p:nvSpPr>
          <p:cNvPr id="6" name="Title 1">
            <a:extLst>
              <a:ext uri="{FF2B5EF4-FFF2-40B4-BE49-F238E27FC236}">
                <a16:creationId xmlns:a16="http://schemas.microsoft.com/office/drawing/2014/main" id="{60F949A9-7552-D118-7FC5-E91346E5F2CE}"/>
              </a:ext>
            </a:extLst>
          </p:cNvPr>
          <p:cNvSpPr txBox="1">
            <a:spLocks/>
          </p:cNvSpPr>
          <p:nvPr/>
        </p:nvSpPr>
        <p:spPr>
          <a:xfrm>
            <a:off x="9485562" y="1729217"/>
            <a:ext cx="3675971" cy="700249"/>
          </a:xfrm>
          <a:prstGeom prst="rect">
            <a:avLst/>
          </a:prstGeom>
        </p:spPr>
        <p:txBody>
          <a:bodyPr vert="horz" wrap="square" lIns="0" tIns="0" rIns="0" bIns="0" rtlCol="0" anchor="b" anchorCtr="0">
            <a:noAutofit/>
          </a:bodyPr>
          <a:lstStyle>
            <a:lvl1pPr algn="l" defTabSz="912526" rtl="0" eaLnBrk="1" latinLnBrk="0" hangingPunct="1">
              <a:lnSpc>
                <a:spcPct val="100000"/>
              </a:lnSpc>
              <a:spcBef>
                <a:spcPct val="0"/>
              </a:spcBef>
              <a:buNone/>
              <a:defRPr sz="3194" kern="1200">
                <a:solidFill>
                  <a:schemeClr val="tx2"/>
                </a:solidFill>
                <a:latin typeface="+mj-lt"/>
                <a:ea typeface="TID UI Semi Bold" panose="02000703000000020004" pitchFamily="50" charset="0"/>
                <a:cs typeface="TID UI Semi Bold" panose="02000703000000020004" pitchFamily="50" charset="0"/>
              </a:defRPr>
            </a:lvl1pPr>
          </a:lstStyle>
          <a:p>
            <a:pPr defTabSz="1297612"/>
            <a:r>
              <a:rPr lang="en-US" sz="4542" dirty="0">
                <a:solidFill>
                  <a:srgbClr val="303663"/>
                </a:solidFill>
                <a:latin typeface="TID UI Medium"/>
              </a:rPr>
              <a:t>Requirements </a:t>
            </a:r>
          </a:p>
        </p:txBody>
      </p:sp>
      <p:sp>
        <p:nvSpPr>
          <p:cNvPr id="7" name="Content Placeholder 2">
            <a:extLst>
              <a:ext uri="{FF2B5EF4-FFF2-40B4-BE49-F238E27FC236}">
                <a16:creationId xmlns:a16="http://schemas.microsoft.com/office/drawing/2014/main" id="{DA5F2216-7837-091A-D66E-EBBF19CBDFC3}"/>
              </a:ext>
            </a:extLst>
          </p:cNvPr>
          <p:cNvSpPr txBox="1">
            <a:spLocks/>
          </p:cNvSpPr>
          <p:nvPr/>
        </p:nvSpPr>
        <p:spPr>
          <a:xfrm>
            <a:off x="9485562" y="3100715"/>
            <a:ext cx="3908162" cy="2409946"/>
          </a:xfrm>
          <a:prstGeom prst="rect">
            <a:avLst/>
          </a:prstGeom>
        </p:spPr>
        <p:txBody>
          <a:bodyPr vert="horz" lIns="0" tIns="0" rIns="0" bIns="0" rtlCol="0">
            <a:normAutofit/>
          </a:bodyPr>
          <a:lstStyle>
            <a:lvl1pPr marL="224550" indent="-224550" algn="l" defTabSz="912526" rtl="0" eaLnBrk="1" latinLnBrk="0" hangingPunct="1">
              <a:lnSpc>
                <a:spcPct val="120000"/>
              </a:lnSpc>
              <a:spcBef>
                <a:spcPts val="0"/>
              </a:spcBef>
              <a:buFont typeface="TID UI" panose="020B0604020202020204" pitchFamily="34" charset="0"/>
              <a:buChar char="•"/>
              <a:defRPr sz="2395" b="0" i="0" kern="1200">
                <a:solidFill>
                  <a:schemeClr val="tx2"/>
                </a:solidFill>
                <a:latin typeface="TID UI" panose="02000503000000020004" pitchFamily="2" charset="0"/>
                <a:ea typeface="+mn-ea"/>
                <a:cs typeface="+mn-cs"/>
              </a:defRPr>
            </a:lvl1pPr>
            <a:lvl2pPr marL="449100" indent="-224550" algn="l" defTabSz="912526" rtl="0" eaLnBrk="1" latinLnBrk="0" hangingPunct="1">
              <a:lnSpc>
                <a:spcPct val="120000"/>
              </a:lnSpc>
              <a:spcBef>
                <a:spcPts val="0"/>
              </a:spcBef>
              <a:buFont typeface="TID UI" panose="020B0604020202020204" pitchFamily="34" charset="0"/>
              <a:buChar char="-"/>
              <a:defRPr sz="1996" b="0" i="0" kern="1200">
                <a:solidFill>
                  <a:schemeClr val="tx2"/>
                </a:solidFill>
                <a:latin typeface="TID UI" panose="02000503000000020004" pitchFamily="2" charset="0"/>
                <a:ea typeface="+mn-ea"/>
                <a:cs typeface="+mn-cs"/>
              </a:defRPr>
            </a:lvl2pPr>
            <a:lvl3pPr marL="673650" indent="-224550" algn="l" defTabSz="912526" rtl="0" eaLnBrk="1" latinLnBrk="0" hangingPunct="1">
              <a:lnSpc>
                <a:spcPct val="120000"/>
              </a:lnSpc>
              <a:spcBef>
                <a:spcPts val="0"/>
              </a:spcBef>
              <a:buFont typeface="TID UI" panose="020B0604020202020204" pitchFamily="34" charset="0"/>
              <a:buChar char="-"/>
              <a:defRPr sz="1597" b="0" i="0" kern="1200">
                <a:solidFill>
                  <a:schemeClr val="tx2"/>
                </a:solidFill>
                <a:latin typeface="TID UI" panose="02000503000000020004" pitchFamily="2" charset="0"/>
                <a:ea typeface="+mn-ea"/>
                <a:cs typeface="+mn-cs"/>
              </a:defRPr>
            </a:lvl3pPr>
            <a:lvl4pPr marL="898200" indent="-224550" algn="l" defTabSz="912526" rtl="0" eaLnBrk="1" latinLnBrk="0" hangingPunct="1">
              <a:lnSpc>
                <a:spcPct val="120000"/>
              </a:lnSpc>
              <a:spcBef>
                <a:spcPts val="0"/>
              </a:spcBef>
              <a:buFont typeface="TID UI" panose="020B0604020202020204" pitchFamily="34" charset="0"/>
              <a:buChar char="-"/>
              <a:defRPr sz="1397" b="0" i="0" kern="1200">
                <a:solidFill>
                  <a:schemeClr val="tx2"/>
                </a:solidFill>
                <a:latin typeface="TID UI" panose="02000503000000020004" pitchFamily="2" charset="0"/>
                <a:ea typeface="+mn-ea"/>
                <a:cs typeface="+mn-cs"/>
              </a:defRPr>
            </a:lvl4pPr>
            <a:lvl5pPr marL="1122750" indent="-224550" algn="l" defTabSz="912526" rtl="0" eaLnBrk="1" latinLnBrk="0" hangingPunct="1">
              <a:lnSpc>
                <a:spcPct val="120000"/>
              </a:lnSpc>
              <a:spcBef>
                <a:spcPts val="0"/>
              </a:spcBef>
              <a:buFont typeface="TID UI" panose="020B0604020202020204" pitchFamily="34" charset="0"/>
              <a:buChar char="-"/>
              <a:defRPr sz="1198" b="0" i="0" kern="1200">
                <a:solidFill>
                  <a:schemeClr val="tx2"/>
                </a:solidFill>
                <a:latin typeface="TID UI" panose="02000503000000020004" pitchFamily="2" charset="0"/>
                <a:ea typeface="+mn-ea"/>
                <a:cs typeface="+mn-cs"/>
              </a:defRPr>
            </a:lvl5pPr>
            <a:lvl6pPr marL="2509446" indent="-228131" algn="l" defTabSz="912526" rtl="0" eaLnBrk="1" latinLnBrk="0" hangingPunct="1">
              <a:lnSpc>
                <a:spcPct val="90000"/>
              </a:lnSpc>
              <a:spcBef>
                <a:spcPts val="499"/>
              </a:spcBef>
              <a:buFont typeface="TID UI" panose="020B0604020202020204" pitchFamily="34" charset="0"/>
              <a:buChar char="•"/>
              <a:defRPr sz="1796" kern="1200">
                <a:solidFill>
                  <a:schemeClr val="tx1"/>
                </a:solidFill>
                <a:latin typeface="+mn-lt"/>
                <a:ea typeface="+mn-ea"/>
                <a:cs typeface="+mn-cs"/>
              </a:defRPr>
            </a:lvl6pPr>
            <a:lvl7pPr marL="2965708" indent="-228131" algn="l" defTabSz="912526" rtl="0" eaLnBrk="1" latinLnBrk="0" hangingPunct="1">
              <a:lnSpc>
                <a:spcPct val="90000"/>
              </a:lnSpc>
              <a:spcBef>
                <a:spcPts val="499"/>
              </a:spcBef>
              <a:buFont typeface="TID UI" panose="020B0604020202020204" pitchFamily="34" charset="0"/>
              <a:buChar char="•"/>
              <a:defRPr sz="1796" kern="1200">
                <a:solidFill>
                  <a:schemeClr val="tx1"/>
                </a:solidFill>
                <a:latin typeface="+mn-lt"/>
                <a:ea typeface="+mn-ea"/>
                <a:cs typeface="+mn-cs"/>
              </a:defRPr>
            </a:lvl7pPr>
            <a:lvl8pPr marL="3421971" indent="-228131" algn="l" defTabSz="912526" rtl="0" eaLnBrk="1" latinLnBrk="0" hangingPunct="1">
              <a:lnSpc>
                <a:spcPct val="90000"/>
              </a:lnSpc>
              <a:spcBef>
                <a:spcPts val="499"/>
              </a:spcBef>
              <a:buFont typeface="TID UI" panose="020B0604020202020204" pitchFamily="34" charset="0"/>
              <a:buChar char="•"/>
              <a:defRPr sz="1796" kern="1200">
                <a:solidFill>
                  <a:schemeClr val="tx1"/>
                </a:solidFill>
                <a:latin typeface="+mn-lt"/>
                <a:ea typeface="+mn-ea"/>
                <a:cs typeface="+mn-cs"/>
              </a:defRPr>
            </a:lvl8pPr>
            <a:lvl9pPr marL="3878233" indent="-228131" algn="l" defTabSz="912526" rtl="0" eaLnBrk="1" latinLnBrk="0" hangingPunct="1">
              <a:lnSpc>
                <a:spcPct val="90000"/>
              </a:lnSpc>
              <a:spcBef>
                <a:spcPts val="499"/>
              </a:spcBef>
              <a:buFont typeface="TID UI" panose="020B0604020202020204" pitchFamily="34" charset="0"/>
              <a:buChar char="•"/>
              <a:defRPr sz="1796" kern="1200">
                <a:solidFill>
                  <a:schemeClr val="tx1"/>
                </a:solidFill>
                <a:latin typeface="+mn-lt"/>
                <a:ea typeface="+mn-ea"/>
                <a:cs typeface="+mn-cs"/>
              </a:defRPr>
            </a:lvl9pPr>
          </a:lstStyle>
          <a:p>
            <a:pPr marL="319310" indent="-319310" defTabSz="1297612"/>
            <a:r>
              <a:rPr lang="en-US" sz="3406" dirty="0">
                <a:solidFill>
                  <a:srgbClr val="303663"/>
                </a:solidFill>
              </a:rPr>
              <a:t>Claude Code</a:t>
            </a:r>
          </a:p>
        </p:txBody>
      </p:sp>
    </p:spTree>
    <p:extLst>
      <p:ext uri="{BB962C8B-B14F-4D97-AF65-F5344CB8AC3E}">
        <p14:creationId xmlns:p14="http://schemas.microsoft.com/office/powerpoint/2010/main" val="1243317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D30F8-BD78-E136-6AD8-3D960D5E702E}"/>
              </a:ext>
            </a:extLst>
          </p:cNvPr>
          <p:cNvSpPr>
            <a:spLocks noGrp="1"/>
          </p:cNvSpPr>
          <p:nvPr>
            <p:ph type="title"/>
          </p:nvPr>
        </p:nvSpPr>
        <p:spPr>
          <a:xfrm>
            <a:off x="848410" y="264435"/>
            <a:ext cx="15918447" cy="700249"/>
          </a:xfrm>
        </p:spPr>
        <p:txBody>
          <a:bodyPr/>
          <a:lstStyle/>
          <a:p>
            <a:r>
              <a:rPr lang="en-US" dirty="0"/>
              <a:t>Pick one use case (or do both </a:t>
            </a:r>
            <a:r>
              <a:rPr lang="en-US" dirty="0">
                <a:sym typeface="Wingdings" pitchFamily="2" charset="2"/>
              </a:rPr>
              <a:t>)</a:t>
            </a:r>
            <a:endParaRPr lang="en-US" dirty="0"/>
          </a:p>
        </p:txBody>
      </p:sp>
      <p:pic>
        <p:nvPicPr>
          <p:cNvPr id="3" name="Picture 2">
            <a:extLst>
              <a:ext uri="{FF2B5EF4-FFF2-40B4-BE49-F238E27FC236}">
                <a16:creationId xmlns:a16="http://schemas.microsoft.com/office/drawing/2014/main" id="{14B55F4A-2BCE-404E-7B56-AFF15C93F8E7}"/>
              </a:ext>
            </a:extLst>
          </p:cNvPr>
          <p:cNvPicPr>
            <a:picLocks noChangeAspect="1"/>
          </p:cNvPicPr>
          <p:nvPr/>
        </p:nvPicPr>
        <p:blipFill>
          <a:blip r:embed="rId3"/>
          <a:stretch>
            <a:fillRect/>
          </a:stretch>
        </p:blipFill>
        <p:spPr>
          <a:xfrm>
            <a:off x="519562" y="1563418"/>
            <a:ext cx="7643143" cy="7724131"/>
          </a:xfrm>
          <a:prstGeom prst="rect">
            <a:avLst/>
          </a:prstGeom>
        </p:spPr>
      </p:pic>
      <p:pic>
        <p:nvPicPr>
          <p:cNvPr id="4" name="Picture 3">
            <a:extLst>
              <a:ext uri="{FF2B5EF4-FFF2-40B4-BE49-F238E27FC236}">
                <a16:creationId xmlns:a16="http://schemas.microsoft.com/office/drawing/2014/main" id="{1A43E24C-0A86-83C4-889A-2216C584A4F2}"/>
              </a:ext>
            </a:extLst>
          </p:cNvPr>
          <p:cNvPicPr>
            <a:picLocks noChangeAspect="1"/>
          </p:cNvPicPr>
          <p:nvPr/>
        </p:nvPicPr>
        <p:blipFill>
          <a:blip r:embed="rId4"/>
          <a:stretch>
            <a:fillRect/>
          </a:stretch>
        </p:blipFill>
        <p:spPr>
          <a:xfrm>
            <a:off x="8672513" y="1563418"/>
            <a:ext cx="8424822" cy="7724131"/>
          </a:xfrm>
          <a:prstGeom prst="rect">
            <a:avLst/>
          </a:prstGeom>
        </p:spPr>
      </p:pic>
    </p:spTree>
    <p:extLst>
      <p:ext uri="{BB962C8B-B14F-4D97-AF65-F5344CB8AC3E}">
        <p14:creationId xmlns:p14="http://schemas.microsoft.com/office/powerpoint/2010/main" val="2305087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422E5-6171-E8A6-33FC-EE258C4BB4C8}"/>
              </a:ext>
            </a:extLst>
          </p:cNvPr>
          <p:cNvSpPr>
            <a:spLocks noGrp="1"/>
          </p:cNvSpPr>
          <p:nvPr>
            <p:ph type="title"/>
          </p:nvPr>
        </p:nvSpPr>
        <p:spPr/>
        <p:txBody>
          <a:bodyPr/>
          <a:lstStyle/>
          <a:p>
            <a:endParaRPr lang="en-US"/>
          </a:p>
        </p:txBody>
      </p:sp>
      <p:pic>
        <p:nvPicPr>
          <p:cNvPr id="8" name="Online Media 7" descr="Using vibe coding to create a copy of Ruter app (www.ruter.no)">
            <a:hlinkClick r:id="" action="ppaction://media"/>
            <a:extLst>
              <a:ext uri="{FF2B5EF4-FFF2-40B4-BE49-F238E27FC236}">
                <a16:creationId xmlns:a16="http://schemas.microsoft.com/office/drawing/2014/main" id="{297BD2B1-2BDA-EE35-F31D-FCE5CD88A27F}"/>
              </a:ext>
            </a:extLst>
          </p:cNvPr>
          <p:cNvPicPr>
            <a:picLocks noGrp="1" noRot="1" noChangeAspect="1"/>
          </p:cNvPicPr>
          <p:nvPr>
            <p:ph idx="1"/>
            <a:videoFile r:link="rId1"/>
          </p:nvPr>
        </p:nvPicPr>
        <p:blipFill>
          <a:blip r:embed="rId3"/>
          <a:stretch>
            <a:fillRect/>
          </a:stretch>
        </p:blipFill>
        <p:spPr>
          <a:xfrm>
            <a:off x="5877350" y="479369"/>
            <a:ext cx="4932991" cy="8730308"/>
          </a:xfrm>
          <a:prstGeom prst="rect">
            <a:avLst/>
          </a:prstGeom>
        </p:spPr>
      </p:pic>
      <p:sp>
        <p:nvSpPr>
          <p:cNvPr id="4" name="Footer Placeholder 3">
            <a:extLst>
              <a:ext uri="{FF2B5EF4-FFF2-40B4-BE49-F238E27FC236}">
                <a16:creationId xmlns:a16="http://schemas.microsoft.com/office/drawing/2014/main" id="{8F75B7EF-9C21-4BA3-E449-D433AF8664CA}"/>
              </a:ext>
            </a:extLst>
          </p:cNvPr>
          <p:cNvSpPr>
            <a:spLocks noGrp="1"/>
          </p:cNvSpPr>
          <p:nvPr>
            <p:ph type="ftr" sz="quarter" idx="11"/>
          </p:nvPr>
        </p:nvSpPr>
        <p:spPr/>
        <p:txBody>
          <a:bodyPr/>
          <a:lstStyle/>
          <a:p>
            <a:pPr defTabSz="1300277"/>
            <a:endParaRPr lang="nb-NO">
              <a:solidFill>
                <a:srgbClr val="24103A"/>
              </a:solidFill>
              <a:latin typeface="TID UI"/>
            </a:endParaRPr>
          </a:p>
        </p:txBody>
      </p:sp>
      <p:sp>
        <p:nvSpPr>
          <p:cNvPr id="5" name="Slide Number Placeholder 4">
            <a:extLst>
              <a:ext uri="{FF2B5EF4-FFF2-40B4-BE49-F238E27FC236}">
                <a16:creationId xmlns:a16="http://schemas.microsoft.com/office/drawing/2014/main" id="{B4BA7C25-8185-61B3-A8EC-2074E1425F52}"/>
              </a:ext>
            </a:extLst>
          </p:cNvPr>
          <p:cNvSpPr>
            <a:spLocks noGrp="1"/>
          </p:cNvSpPr>
          <p:nvPr>
            <p:ph type="sldNum" sz="quarter" idx="12"/>
          </p:nvPr>
        </p:nvSpPr>
        <p:spPr/>
        <p:txBody>
          <a:bodyPr/>
          <a:lstStyle/>
          <a:p>
            <a:pPr defTabSz="1300277"/>
            <a:fld id="{73C728E9-562D-9548-A4F5-F7D5CC1CF537}" type="slidenum">
              <a:rPr lang="nb-NO"/>
              <a:pPr defTabSz="1300277"/>
              <a:t>5</a:t>
            </a:fld>
            <a:endParaRPr lang="nb-NO"/>
          </a:p>
        </p:txBody>
      </p:sp>
    </p:spTree>
    <p:extLst>
      <p:ext uri="{BB962C8B-B14F-4D97-AF65-F5344CB8AC3E}">
        <p14:creationId xmlns:p14="http://schemas.microsoft.com/office/powerpoint/2010/main" val="234034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EBA7AF-9B4B-4765-AD28-3F8BBE6B72A8}"/>
              </a:ext>
            </a:extLst>
          </p:cNvPr>
          <p:cNvSpPr>
            <a:spLocks noGrp="1"/>
          </p:cNvSpPr>
          <p:nvPr/>
        </p:nvSpPr>
        <p:spPr>
          <a:xfrm>
            <a:off x="0" y="0"/>
            <a:ext cx="502920" cy="9747504"/>
          </a:xfrm>
          <a:prstGeom prst="rect">
            <a:avLst/>
          </a:prstGeom>
          <a:solidFill>
            <a:srgbClr val="E02D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Story text">
            <a:extLst>
              <a:ext uri="{FF2B5EF4-FFF2-40B4-BE49-F238E27FC236}">
                <a16:creationId xmlns:a16="http://schemas.microsoft.com/office/drawing/2014/main" id="{28EC0DD8-7B31-45B2-9BDC-2D7F362BE4F0}"/>
              </a:ext>
            </a:extLst>
          </p:cNvPr>
          <p:cNvSpPr>
            <a:spLocks noGrp="1"/>
          </p:cNvSpPr>
          <p:nvPr/>
        </p:nvSpPr>
        <p:spPr>
          <a:xfrm>
            <a:off x="962025" y="2000250"/>
            <a:ext cx="15335250" cy="5429250"/>
          </a:xfrm>
          <a:prstGeom prst="rect">
            <a:avLst/>
          </a:prstGeom>
          <a:noFill/>
          <a:ln w="0">
            <a:noFill/>
          </a:ln>
        </p:spPr>
        <p:txBody>
          <a:bodyPr>
            <a:noAutofit/>
          </a:bodyPr>
          <a:lstStyle/>
          <a:p>
            <a:pPr>
              <a:defRPr sz="4350" b="0">
                <a:solidFill>
                  <a:srgbClr val="16181D"/>
                </a:solidFill>
                <a:latin typeface="Arial"/>
                <a:ea typeface="Arial"/>
                <a:cs typeface="Arial"/>
              </a:defRPr>
            </a:pPr>
            <a:r>
              <a:rPr sz="4350" b="0" dirty="0">
                <a:solidFill>
                  <a:srgbClr val="16181D"/>
                </a:solidFill>
                <a:latin typeface="Arial"/>
                <a:ea typeface="Arial"/>
                <a:cs typeface="Arial"/>
              </a:rPr>
              <a:t>95% accuracy</a:t>
            </a:r>
          </a:p>
          <a:p>
            <a:endParaRPr sz="4350" b="0" dirty="0">
              <a:solidFill>
                <a:srgbClr val="16181D"/>
              </a:solidFill>
              <a:latin typeface="Arial"/>
              <a:ea typeface="Arial"/>
              <a:cs typeface="Arial"/>
            </a:endParaRPr>
          </a:p>
          <a:p>
            <a:pPr>
              <a:defRPr sz="4350" b="0">
                <a:solidFill>
                  <a:srgbClr val="16181D"/>
                </a:solidFill>
                <a:latin typeface="Arial"/>
                <a:ea typeface="Arial"/>
                <a:cs typeface="Arial"/>
              </a:defRPr>
            </a:pPr>
            <a:r>
              <a:rPr sz="4350" b="0" dirty="0">
                <a:solidFill>
                  <a:srgbClr val="16181D"/>
                </a:solidFill>
                <a:latin typeface="Arial"/>
                <a:ea typeface="Arial"/>
                <a:cs typeface="Arial"/>
              </a:rPr>
              <a:t>A team has built a model to flag possible disease.</a:t>
            </a:r>
          </a:p>
          <a:p>
            <a:pPr>
              <a:defRPr sz="4350" b="0">
                <a:solidFill>
                  <a:srgbClr val="16181D"/>
                </a:solidFill>
                <a:latin typeface="Arial"/>
                <a:ea typeface="Arial"/>
                <a:cs typeface="Arial"/>
              </a:defRPr>
            </a:pPr>
            <a:r>
              <a:rPr sz="4350" b="0" dirty="0">
                <a:solidFill>
                  <a:srgbClr val="16181D"/>
                </a:solidFill>
                <a:latin typeface="Arial"/>
                <a:ea typeface="Arial"/>
                <a:cs typeface="Arial"/>
              </a:rPr>
              <a:t>They want to put it into use next week.</a:t>
            </a:r>
          </a:p>
        </p:txBody>
      </p:sp>
      <p:sp>
        <p:nvSpPr>
          <p:cNvPr id="6" name="Story text">
            <a:extLst>
              <a:ext uri="{FF2B5EF4-FFF2-40B4-BE49-F238E27FC236}">
                <a16:creationId xmlns:a16="http://schemas.microsoft.com/office/drawing/2014/main" id="{AEB3245A-B65A-4A38-B4B0-3433291FA67C}"/>
              </a:ext>
            </a:extLst>
          </p:cNvPr>
          <p:cNvSpPr>
            <a:spLocks noGrp="1"/>
          </p:cNvSpPr>
          <p:nvPr/>
        </p:nvSpPr>
        <p:spPr>
          <a:xfrm>
            <a:off x="962025" y="7858125"/>
            <a:ext cx="15335250" cy="762000"/>
          </a:xfrm>
          <a:prstGeom prst="rect">
            <a:avLst/>
          </a:prstGeom>
          <a:noFill/>
          <a:ln w="0">
            <a:noFill/>
          </a:ln>
        </p:spPr>
        <p:txBody>
          <a:bodyPr>
            <a:noAutofit/>
          </a:bodyPr>
          <a:lstStyle/>
          <a:p>
            <a:pPr>
              <a:defRPr sz="2550" b="1">
                <a:solidFill>
                  <a:srgbClr val="3A3F47"/>
                </a:solidFill>
                <a:latin typeface="Arial"/>
                <a:ea typeface="Arial"/>
                <a:cs typeface="Arial"/>
              </a:defRPr>
            </a:pPr>
            <a:r>
              <a:rPr sz="2550" b="1" dirty="0">
                <a:solidFill>
                  <a:srgbClr val="3A3F47"/>
                </a:solidFill>
                <a:latin typeface="Arial"/>
                <a:ea typeface="Arial"/>
                <a:cs typeface="Arial"/>
              </a:rPr>
              <a:t>Would you approve it? What would you ask first?</a:t>
            </a:r>
          </a:p>
        </p:txBody>
      </p:sp>
      <p:sp>
        <p:nvSpPr>
          <p:cNvPr id="7" name="Story text">
            <a:extLst>
              <a:ext uri="{FF2B5EF4-FFF2-40B4-BE49-F238E27FC236}">
                <a16:creationId xmlns:a16="http://schemas.microsoft.com/office/drawing/2014/main" id="{208DD734-7092-42B5-A5E0-DC525054A4B1}"/>
              </a:ext>
            </a:extLst>
          </p:cNvPr>
          <p:cNvSpPr>
            <a:spLocks noGrp="1"/>
          </p:cNvSpPr>
          <p:nvPr/>
        </p:nvSpPr>
        <p:spPr>
          <a:xfrm>
            <a:off x="962025" y="9315450"/>
            <a:ext cx="13811250" cy="333375"/>
          </a:xfrm>
          <a:prstGeom prst="rect">
            <a:avLst/>
          </a:prstGeom>
          <a:noFill/>
          <a:ln w="0">
            <a:noFill/>
          </a:ln>
        </p:spPr>
        <p:txBody>
          <a:bodyPr>
            <a:noAutofit/>
          </a:bodyPr>
          <a:lstStyle/>
          <a:p>
            <a:pPr>
              <a:defRPr sz="1650" b="0">
                <a:solidFill>
                  <a:srgbClr val="6B7280"/>
                </a:solidFill>
                <a:latin typeface="Arial"/>
                <a:ea typeface="Arial"/>
                <a:cs typeface="Arial"/>
              </a:defRPr>
            </a:pPr>
            <a:r>
              <a:rPr sz="1650" b="0">
                <a:solidFill>
                  <a:srgbClr val="6B7280"/>
                </a:solidFill>
                <a:latin typeface="Arial"/>
                <a:ea typeface="Arial"/>
                <a:cs typeface="Arial"/>
              </a:rPr>
              <a:t>DAVE3625 · Introduction to AI · Umair Mehmood Imam</a:t>
            </a:r>
          </a:p>
        </p:txBody>
      </p:sp>
      <p:sp>
        <p:nvSpPr>
          <p:cNvPr id="8" name="Story text">
            <a:extLst>
              <a:ext uri="{FF2B5EF4-FFF2-40B4-BE49-F238E27FC236}">
                <a16:creationId xmlns:a16="http://schemas.microsoft.com/office/drawing/2014/main" id="{CB049E77-1F3A-4DC3-8DC4-D7DA10A42000}"/>
              </a:ext>
            </a:extLst>
          </p:cNvPr>
          <p:cNvSpPr>
            <a:spLocks noGrp="1"/>
          </p:cNvSpPr>
          <p:nvPr/>
        </p:nvSpPr>
        <p:spPr>
          <a:xfrm>
            <a:off x="16478250" y="9315450"/>
            <a:ext cx="571500" cy="333375"/>
          </a:xfrm>
          <a:prstGeom prst="rect">
            <a:avLst/>
          </a:prstGeom>
          <a:noFill/>
          <a:ln w="0">
            <a:noFill/>
          </a:ln>
        </p:spPr>
        <p:txBody>
          <a:bodyPr>
            <a:noAutofit/>
          </a:bodyPr>
          <a:lstStyle/>
          <a:p>
            <a:pPr>
              <a:defRPr sz="1650" b="0">
                <a:solidFill>
                  <a:srgbClr val="6B7280"/>
                </a:solidFill>
                <a:latin typeface="Arial"/>
                <a:ea typeface="Arial"/>
                <a:cs typeface="Arial"/>
              </a:defRPr>
            </a:pPr>
            <a:r>
              <a:rPr sz="1650" b="0">
                <a:solidFill>
                  <a:srgbClr val="6B7280"/>
                </a:solidFill>
                <a:latin typeface="Arial"/>
                <a:ea typeface="Arial"/>
                <a:cs typeface="Arial"/>
              </a:rPr>
              <a:t>2</a:t>
            </a:r>
          </a:p>
        </p:txBody>
      </p:sp>
    </p:spTree>
    <p:extLst>
      <p:ext uri="{BB962C8B-B14F-4D97-AF65-F5344CB8AC3E}">
        <p14:creationId xmlns:p14="http://schemas.microsoft.com/office/powerpoint/2010/main" val="1987694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2743200"/>
            <a:ext cx="15371063" cy="3840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1300643" rtl="0" eaLnBrk="1" fontAlgn="auto" latinLnBrk="0" hangingPunct="1">
              <a:lnSpc>
                <a:spcPct val="100000"/>
              </a:lnSpc>
              <a:spcBef>
                <a:spcPts val="0"/>
              </a:spcBef>
              <a:spcAft>
                <a:spcPts val="0"/>
              </a:spcAft>
              <a:buClrTx/>
              <a:buSzTx/>
              <a:buFontTx/>
              <a:buNone/>
              <a:tabLst/>
              <a:defRPr/>
            </a:pPr>
            <a:endParaRPr kumimoji="0" sz="256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Rectangle 2"/>
          <p:cNvSpPr/>
          <p:nvPr/>
        </p:nvSpPr>
        <p:spPr>
          <a:xfrm>
            <a:off x="969264" y="2743200"/>
            <a:ext cx="82296" cy="384048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1300643" rtl="0" eaLnBrk="1" fontAlgn="auto" latinLnBrk="0" hangingPunct="1">
              <a:lnSpc>
                <a:spcPct val="100000"/>
              </a:lnSpc>
              <a:spcBef>
                <a:spcPts val="0"/>
              </a:spcBef>
              <a:spcAft>
                <a:spcPts val="0"/>
              </a:spcAft>
              <a:buClrTx/>
              <a:buSzTx/>
              <a:buFontTx/>
              <a:buNone/>
              <a:tabLst/>
              <a:defRPr/>
            </a:pPr>
            <a:endParaRPr kumimoji="0" sz="256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extBox 3"/>
          <p:cNvSpPr txBox="1"/>
          <p:nvPr/>
        </p:nvSpPr>
        <p:spPr>
          <a:xfrm>
            <a:off x="1554480" y="3063240"/>
            <a:ext cx="14173200" cy="3200400"/>
          </a:xfrm>
          <a:prstGeom prst="rect">
            <a:avLst/>
          </a:prstGeom>
          <a:noFill/>
        </p:spPr>
        <p:txBody>
          <a:bodyPr wrap="square" anchor="ctr">
            <a:spAutoFit/>
          </a:bodyPr>
          <a:lstStyle/>
          <a:p>
            <a:pPr marL="0" marR="0" lvl="0" indent="0" algn="l" defTabSz="1300643" rtl="0" eaLnBrk="1" fontAlgn="auto" latinLnBrk="0" hangingPunct="1">
              <a:lnSpc>
                <a:spcPct val="100000"/>
              </a:lnSpc>
              <a:spcBef>
                <a:spcPts val="0"/>
              </a:spcBef>
              <a:spcAft>
                <a:spcPts val="0"/>
              </a:spcAft>
              <a:buClrTx/>
              <a:buSzTx/>
              <a:buFontTx/>
              <a:buNone/>
              <a:tabLst/>
              <a:defRPr/>
            </a:pPr>
            <a:r>
              <a:rPr kumimoji="0" sz="5400" b="1" i="0" u="none" strike="noStrike" kern="1200" cap="none" spc="0" normalizeH="0" baseline="0" noProof="0" dirty="0">
                <a:ln>
                  <a:noFill/>
                </a:ln>
                <a:solidFill>
                  <a:srgbClr val="16181D"/>
                </a:solidFill>
                <a:effectLst/>
                <a:uLnTx/>
                <a:uFillTx/>
                <a:latin typeface="Arial"/>
                <a:ea typeface="+mn-ea"/>
                <a:cs typeface="+mn-cs"/>
              </a:rPr>
              <a:t>The model answers “healthy” for every patient.</a:t>
            </a:r>
          </a:p>
          <a:p>
            <a:pPr marL="0" marR="0" lvl="0" indent="0" algn="l" defTabSz="1300643" rtl="0" eaLnBrk="1" fontAlgn="auto" latinLnBrk="0" hangingPunct="1">
              <a:lnSpc>
                <a:spcPct val="100000"/>
              </a:lnSpc>
              <a:spcBef>
                <a:spcPts val="2400"/>
              </a:spcBef>
              <a:spcAft>
                <a:spcPts val="0"/>
              </a:spcAft>
              <a:buClrTx/>
              <a:buSzTx/>
              <a:buFontTx/>
              <a:buNone/>
              <a:tabLst/>
              <a:defRPr/>
            </a:pPr>
            <a:r>
              <a:rPr kumimoji="0" sz="2800" b="0" i="0" u="none" strike="noStrike" kern="1200" cap="none" spc="0" normalizeH="0" baseline="0" noProof="0" dirty="0">
                <a:ln>
                  <a:noFill/>
                </a:ln>
                <a:solidFill>
                  <a:srgbClr val="3A3F47"/>
                </a:solidFill>
                <a:effectLst/>
                <a:uLnTx/>
                <a:uFillTx/>
                <a:latin typeface="Arial"/>
                <a:ea typeface="+mn-ea"/>
                <a:cs typeface="+mn-cs"/>
              </a:rPr>
              <a:t>950 of 1 000 patients are healthy, so it is right 95% of the time — and it never finds a single sick person.</a:t>
            </a:r>
          </a:p>
        </p:txBody>
      </p:sp>
      <p:sp>
        <p:nvSpPr>
          <p:cNvPr id="5" name="TextBox 4"/>
          <p:cNvSpPr txBox="1"/>
          <p:nvPr/>
        </p:nvSpPr>
        <p:spPr>
          <a:xfrm>
            <a:off x="969264" y="9098280"/>
            <a:ext cx="10972800" cy="365760"/>
          </a:xfrm>
          <a:prstGeom prst="rect">
            <a:avLst/>
          </a:prstGeom>
          <a:noFill/>
        </p:spPr>
        <p:txBody>
          <a:bodyPr wrap="none">
            <a:spAutoFit/>
          </a:bodyPr>
          <a:lstStyle/>
          <a:p>
            <a:pPr marL="0" marR="0" lvl="0" indent="0" algn="l" defTabSz="1300643"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6B7280"/>
                </a:solidFill>
                <a:effectLst/>
                <a:uLnTx/>
                <a:uFillTx/>
                <a:latin typeface="Arial"/>
                <a:ea typeface="+mn-ea"/>
                <a:cs typeface="+mn-cs"/>
              </a:rPr>
              <a:t>DAVE3625- Intro to A.I. by Umair M.I</a:t>
            </a:r>
          </a:p>
        </p:txBody>
      </p:sp>
      <p:sp>
        <p:nvSpPr>
          <p:cNvPr id="6" name="TextBox 5"/>
          <p:cNvSpPr txBox="1"/>
          <p:nvPr/>
        </p:nvSpPr>
        <p:spPr>
          <a:xfrm>
            <a:off x="15636240" y="9098280"/>
            <a:ext cx="1097280" cy="365760"/>
          </a:xfrm>
          <a:prstGeom prst="rect">
            <a:avLst/>
          </a:prstGeom>
          <a:noFill/>
        </p:spPr>
        <p:txBody>
          <a:bodyPr wrap="none">
            <a:spAutoFit/>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75470F56-032A-4919-A82D-C0884E02194E}" type="slidenum">
              <a:rPr kumimoji="0" lang="en-US" sz="1200" b="0" i="0" u="none" strike="noStrike" kern="1200" cap="none" spc="0" normalizeH="0" baseline="0" noProof="0">
                <a:ln>
                  <a:noFill/>
                </a:ln>
                <a:solidFill>
                  <a:srgbClr val="6B7280"/>
                </a:solidFill>
                <a:effectLst/>
                <a:uLnTx/>
                <a:uFillTx/>
                <a:latin typeface="Arial"/>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6B7280"/>
              </a:solidFill>
              <a:effectLst/>
              <a:uLnTx/>
              <a:uFillTx/>
              <a:latin typeface="Arial"/>
              <a:ea typeface="+mn-ea"/>
              <a:cs typeface="+mn-cs"/>
            </a:endParaRPr>
          </a:p>
        </p:txBody>
      </p:sp>
      <p:sp>
        <p:nvSpPr>
          <p:cNvPr id="9" name="TextBox 8">
            <a:extLst>
              <a:ext uri="{FF2B5EF4-FFF2-40B4-BE49-F238E27FC236}">
                <a16:creationId xmlns:a16="http://schemas.microsoft.com/office/drawing/2014/main" id="{1CF2B15B-0D3C-45C8-58F8-988A26A77DE4}"/>
              </a:ext>
            </a:extLst>
          </p:cNvPr>
          <p:cNvSpPr txBox="1"/>
          <p:nvPr/>
        </p:nvSpPr>
        <p:spPr>
          <a:xfrm>
            <a:off x="1051560" y="1821433"/>
            <a:ext cx="9233646" cy="761747"/>
          </a:xfrm>
          <a:prstGeom prst="rect">
            <a:avLst/>
          </a:prstGeom>
          <a:noFill/>
        </p:spPr>
        <p:txBody>
          <a:bodyPr wrap="square">
            <a:spAutoFit/>
          </a:bodyPr>
          <a:lstStyle/>
          <a:p>
            <a:pPr>
              <a:defRPr sz="4350" b="0">
                <a:solidFill>
                  <a:srgbClr val="16181D"/>
                </a:solidFill>
                <a:latin typeface="Arial"/>
                <a:ea typeface="Arial"/>
                <a:cs typeface="Arial"/>
              </a:defRPr>
            </a:pPr>
            <a:r>
              <a:rPr lang="en-US" sz="4350" b="0" dirty="0">
                <a:solidFill>
                  <a:srgbClr val="16181D"/>
                </a:solidFill>
                <a:latin typeface="Arial"/>
                <a:ea typeface="Arial"/>
                <a:cs typeface="Arial"/>
              </a:rPr>
              <a:t>95% accuracy</a:t>
            </a:r>
          </a:p>
        </p:txBody>
      </p:sp>
      <p:sp>
        <p:nvSpPr>
          <p:cNvPr id="10" name="TextBox 9">
            <a:extLst>
              <a:ext uri="{FF2B5EF4-FFF2-40B4-BE49-F238E27FC236}">
                <a16:creationId xmlns:a16="http://schemas.microsoft.com/office/drawing/2014/main" id="{5B8A7B67-DC65-5BC5-265B-FB9CF0D869FB}"/>
              </a:ext>
            </a:extLst>
          </p:cNvPr>
          <p:cNvSpPr txBox="1"/>
          <p:nvPr/>
        </p:nvSpPr>
        <p:spPr>
          <a:xfrm>
            <a:off x="5469870" y="7930580"/>
            <a:ext cx="5580530" cy="761747"/>
          </a:xfrm>
          <a:prstGeom prst="rect">
            <a:avLst/>
          </a:prstGeom>
          <a:noFill/>
        </p:spPr>
        <p:txBody>
          <a:bodyPr wrap="square">
            <a:spAutoFit/>
          </a:bodyPr>
          <a:lstStyle/>
          <a:p>
            <a:pPr>
              <a:defRPr sz="4350" b="0">
                <a:solidFill>
                  <a:srgbClr val="16181D"/>
                </a:solidFill>
                <a:latin typeface="Arial"/>
                <a:ea typeface="Arial"/>
                <a:cs typeface="Arial"/>
              </a:defRPr>
            </a:pPr>
            <a:r>
              <a:rPr lang="en-US" sz="4350" b="0" dirty="0">
                <a:solidFill>
                  <a:srgbClr val="16181D"/>
                </a:solidFill>
                <a:latin typeface="Arial"/>
                <a:ea typeface="Arial"/>
                <a:cs typeface="Arial"/>
              </a:rPr>
              <a:t>That’s a problem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107773"/>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86979" y="239093"/>
            <a:ext cx="15371063" cy="960120"/>
          </a:xfrm>
          <a:prstGeom prst="rect">
            <a:avLst/>
          </a:prstGeom>
          <a:noFill/>
        </p:spPr>
        <p:txBody>
          <a:bodyPr wrap="square">
            <a:spAutoFit/>
          </a:bodyPr>
          <a:lstStyle/>
          <a:p>
            <a:r>
              <a:rPr sz="4400" b="1" dirty="0">
                <a:solidFill>
                  <a:srgbClr val="16181D"/>
                </a:solidFill>
                <a:latin typeface="Arial"/>
              </a:rPr>
              <a:t>Four questions to ask of any model</a:t>
            </a:r>
          </a:p>
        </p:txBody>
      </p:sp>
      <p:sp>
        <p:nvSpPr>
          <p:cNvPr id="4" name="TextBox 3"/>
          <p:cNvSpPr txBox="1"/>
          <p:nvPr/>
        </p:nvSpPr>
        <p:spPr>
          <a:xfrm>
            <a:off x="722375" y="1434909"/>
            <a:ext cx="15371063" cy="7427674"/>
          </a:xfrm>
          <a:prstGeom prst="rect">
            <a:avLst/>
          </a:prstGeom>
          <a:noFill/>
        </p:spPr>
        <p:txBody>
          <a:bodyPr wrap="square">
            <a:spAutoFit/>
          </a:bodyPr>
          <a:lstStyle/>
          <a:p>
            <a:pPr>
              <a:spcAft>
                <a:spcPts val="1400"/>
              </a:spcAft>
            </a:pPr>
            <a:r>
              <a:rPr sz="3000" b="0" dirty="0">
                <a:solidFill>
                  <a:srgbClr val="16181D"/>
                </a:solidFill>
                <a:latin typeface="Arial"/>
              </a:rPr>
              <a:t>  </a:t>
            </a:r>
            <a:r>
              <a:rPr sz="3000" b="1" dirty="0">
                <a:solidFill>
                  <a:srgbClr val="16181D"/>
                </a:solidFill>
                <a:latin typeface="Arial"/>
              </a:rPr>
              <a:t>1.   Measured on what ?</a:t>
            </a:r>
          </a:p>
          <a:p>
            <a:pPr>
              <a:spcAft>
                <a:spcPts val="800"/>
              </a:spcAft>
            </a:pPr>
            <a:r>
              <a:rPr sz="2500" b="0" dirty="0">
                <a:solidFill>
                  <a:srgbClr val="3A3F47"/>
                </a:solidFill>
                <a:latin typeface="Arial"/>
              </a:rPr>
              <a:t>        –   Which data produced the number and has the model seen it before</a:t>
            </a:r>
            <a:endParaRPr lang="nb-NO" sz="2500" b="0" dirty="0">
              <a:solidFill>
                <a:srgbClr val="3A3F47"/>
              </a:solidFill>
              <a:latin typeface="Arial"/>
            </a:endParaRPr>
          </a:p>
          <a:p>
            <a:pPr>
              <a:spcAft>
                <a:spcPts val="800"/>
              </a:spcAft>
            </a:pPr>
            <a:r>
              <a:rPr lang="en-US" sz="2500" dirty="0">
                <a:solidFill>
                  <a:srgbClr val="3A3F47"/>
                </a:solidFill>
              </a:rPr>
              <a:t>        –   </a:t>
            </a:r>
            <a:r>
              <a:rPr lang="nb-NO" sz="2500" b="0" dirty="0" err="1">
                <a:solidFill>
                  <a:srgbClr val="3A3F47"/>
                </a:solidFill>
                <a:latin typeface="Arial"/>
              </a:rPr>
              <a:t>Can</a:t>
            </a:r>
            <a:r>
              <a:rPr lang="nb-NO" sz="2500" b="0" dirty="0">
                <a:solidFill>
                  <a:srgbClr val="3A3F47"/>
                </a:solidFill>
                <a:latin typeface="Arial"/>
              </a:rPr>
              <a:t> </a:t>
            </a:r>
            <a:r>
              <a:rPr lang="nb-NO" sz="2500" b="0" dirty="0" err="1">
                <a:solidFill>
                  <a:srgbClr val="3A3F47"/>
                </a:solidFill>
                <a:latin typeface="Arial"/>
              </a:rPr>
              <a:t>we</a:t>
            </a:r>
            <a:r>
              <a:rPr lang="nb-NO" sz="2500" b="0" dirty="0">
                <a:solidFill>
                  <a:srgbClr val="3A3F47"/>
                </a:solidFill>
                <a:latin typeface="Arial"/>
              </a:rPr>
              <a:t> trust </a:t>
            </a:r>
            <a:r>
              <a:rPr lang="nb-NO" sz="2500" b="0" dirty="0" err="1">
                <a:solidFill>
                  <a:srgbClr val="3A3F47"/>
                </a:solidFill>
                <a:latin typeface="Arial"/>
              </a:rPr>
              <a:t>the</a:t>
            </a:r>
            <a:r>
              <a:rPr lang="nb-NO" sz="2500" b="0" dirty="0">
                <a:solidFill>
                  <a:srgbClr val="3A3F47"/>
                </a:solidFill>
                <a:latin typeface="Arial"/>
              </a:rPr>
              <a:t> </a:t>
            </a:r>
            <a:r>
              <a:rPr lang="nb-NO" sz="2500" b="0" dirty="0" err="1">
                <a:solidFill>
                  <a:srgbClr val="3A3F47"/>
                </a:solidFill>
                <a:latin typeface="Arial"/>
              </a:rPr>
              <a:t>evaluation</a:t>
            </a:r>
            <a:r>
              <a:rPr lang="nb-NO" sz="2500" b="0" dirty="0">
                <a:solidFill>
                  <a:srgbClr val="3A3F47"/>
                </a:solidFill>
                <a:latin typeface="Arial"/>
              </a:rPr>
              <a:t> data?</a:t>
            </a:r>
          </a:p>
          <a:p>
            <a:pPr>
              <a:spcAft>
                <a:spcPts val="800"/>
              </a:spcAft>
            </a:pPr>
            <a:endParaRPr sz="2500" b="0" dirty="0">
              <a:solidFill>
                <a:srgbClr val="3A3F47"/>
              </a:solidFill>
              <a:latin typeface="Arial"/>
            </a:endParaRPr>
          </a:p>
          <a:p>
            <a:pPr>
              <a:spcAft>
                <a:spcPts val="1400"/>
              </a:spcAft>
            </a:pPr>
            <a:r>
              <a:rPr sz="3000" b="0" dirty="0">
                <a:solidFill>
                  <a:srgbClr val="16181D"/>
                </a:solidFill>
                <a:latin typeface="Arial"/>
              </a:rPr>
              <a:t>  </a:t>
            </a:r>
            <a:r>
              <a:rPr sz="3000" b="1" dirty="0">
                <a:solidFill>
                  <a:srgbClr val="16181D"/>
                </a:solidFill>
                <a:latin typeface="Arial"/>
              </a:rPr>
              <a:t>2.   Measured how ?</a:t>
            </a:r>
          </a:p>
          <a:p>
            <a:pPr>
              <a:spcAft>
                <a:spcPts val="800"/>
              </a:spcAft>
            </a:pPr>
            <a:r>
              <a:rPr sz="2500" b="0" dirty="0">
                <a:solidFill>
                  <a:srgbClr val="3A3F47"/>
                </a:solidFill>
                <a:latin typeface="Arial"/>
              </a:rPr>
              <a:t>        –   </a:t>
            </a:r>
            <a:r>
              <a:rPr lang="en-US" sz="2500" dirty="0">
                <a:solidFill>
                  <a:srgbClr val="3A3F47"/>
                </a:solidFill>
              </a:rPr>
              <a:t>Does the score reward useful predictions?</a:t>
            </a:r>
          </a:p>
          <a:p>
            <a:pPr>
              <a:spcAft>
                <a:spcPts val="800"/>
              </a:spcAft>
            </a:pPr>
            <a:r>
              <a:rPr lang="en-US" sz="2500" dirty="0">
                <a:solidFill>
                  <a:srgbClr val="3A3F47"/>
                </a:solidFill>
              </a:rPr>
              <a:t>        –   </a:t>
            </a:r>
            <a:r>
              <a:rPr sz="2500" b="0" dirty="0">
                <a:solidFill>
                  <a:srgbClr val="3A3F47"/>
                </a:solidFill>
                <a:latin typeface="Arial"/>
              </a:rPr>
              <a:t>Accuracy, precision, recall: which number fits the problem</a:t>
            </a:r>
            <a:endParaRPr lang="nb-NO" sz="2500" b="0" dirty="0">
              <a:solidFill>
                <a:srgbClr val="3A3F47"/>
              </a:solidFill>
              <a:latin typeface="Arial"/>
            </a:endParaRPr>
          </a:p>
          <a:p>
            <a:pPr>
              <a:spcAft>
                <a:spcPts val="800"/>
              </a:spcAft>
            </a:pPr>
            <a:endParaRPr sz="2500" b="0" dirty="0">
              <a:solidFill>
                <a:srgbClr val="3A3F47"/>
              </a:solidFill>
              <a:latin typeface="Arial"/>
            </a:endParaRPr>
          </a:p>
          <a:p>
            <a:pPr>
              <a:spcAft>
                <a:spcPts val="1400"/>
              </a:spcAft>
            </a:pPr>
            <a:r>
              <a:rPr sz="3000" b="0" dirty="0">
                <a:solidFill>
                  <a:srgbClr val="16181D"/>
                </a:solidFill>
                <a:latin typeface="Arial"/>
              </a:rPr>
              <a:t>  </a:t>
            </a:r>
            <a:r>
              <a:rPr sz="3000" b="1" dirty="0">
                <a:solidFill>
                  <a:srgbClr val="16181D"/>
                </a:solidFill>
                <a:latin typeface="Arial"/>
              </a:rPr>
              <a:t>3.   Why is it wrong ?</a:t>
            </a:r>
          </a:p>
          <a:p>
            <a:pPr>
              <a:spcAft>
                <a:spcPts val="800"/>
              </a:spcAft>
            </a:pPr>
            <a:r>
              <a:rPr sz="2500" b="0" dirty="0">
                <a:solidFill>
                  <a:srgbClr val="3A3F47"/>
                </a:solidFill>
                <a:latin typeface="Arial"/>
              </a:rPr>
              <a:t>        –  </a:t>
            </a:r>
            <a:r>
              <a:rPr lang="en-US" sz="2500" b="0" dirty="0">
                <a:solidFill>
                  <a:srgbClr val="3A3F47"/>
                </a:solidFill>
                <a:latin typeface="Arial"/>
              </a:rPr>
              <a:t>What explains the model’s mistakes?</a:t>
            </a:r>
          </a:p>
          <a:p>
            <a:pPr>
              <a:spcAft>
                <a:spcPts val="800"/>
              </a:spcAft>
            </a:pPr>
            <a:r>
              <a:rPr lang="en-US" sz="2500" dirty="0">
                <a:solidFill>
                  <a:srgbClr val="3A3F47"/>
                </a:solidFill>
              </a:rPr>
              <a:t>        –  </a:t>
            </a:r>
            <a:r>
              <a:rPr sz="2500" b="0" dirty="0">
                <a:solidFill>
                  <a:srgbClr val="3A3F47"/>
                </a:solidFill>
                <a:latin typeface="Arial"/>
              </a:rPr>
              <a:t>Too simple, or </a:t>
            </a:r>
            <a:r>
              <a:rPr sz="2500" b="0" dirty="0" err="1">
                <a:solidFill>
                  <a:srgbClr val="3A3F47"/>
                </a:solidFill>
                <a:latin typeface="Arial"/>
              </a:rPr>
              <a:t>memorising</a:t>
            </a:r>
            <a:r>
              <a:rPr lang="nb-NO" sz="2500" dirty="0">
                <a:solidFill>
                  <a:srgbClr val="3A3F47"/>
                </a:solidFill>
                <a:latin typeface="Arial"/>
              </a:rPr>
              <a:t> ? U</a:t>
            </a:r>
            <a:r>
              <a:rPr sz="2500" b="0" dirty="0" err="1">
                <a:solidFill>
                  <a:srgbClr val="3A3F47"/>
                </a:solidFill>
                <a:latin typeface="Arial"/>
              </a:rPr>
              <a:t>nderfitting</a:t>
            </a:r>
            <a:r>
              <a:rPr sz="2500" b="0" dirty="0">
                <a:solidFill>
                  <a:srgbClr val="3A3F47"/>
                </a:solidFill>
                <a:latin typeface="Arial"/>
              </a:rPr>
              <a:t> and overfitting</a:t>
            </a:r>
            <a:endParaRPr lang="nb-NO" sz="2500" b="0" dirty="0">
              <a:solidFill>
                <a:srgbClr val="3A3F47"/>
              </a:solidFill>
              <a:latin typeface="Arial"/>
            </a:endParaRPr>
          </a:p>
          <a:p>
            <a:pPr>
              <a:spcAft>
                <a:spcPts val="800"/>
              </a:spcAft>
            </a:pPr>
            <a:endParaRPr sz="2500" b="0" dirty="0">
              <a:solidFill>
                <a:srgbClr val="3A3F47"/>
              </a:solidFill>
              <a:latin typeface="Arial"/>
            </a:endParaRPr>
          </a:p>
          <a:p>
            <a:pPr>
              <a:spcAft>
                <a:spcPts val="1400"/>
              </a:spcAft>
            </a:pPr>
            <a:r>
              <a:rPr lang="nb-NO" sz="3000" dirty="0">
                <a:solidFill>
                  <a:srgbClr val="16181D"/>
                </a:solidFill>
                <a:latin typeface="Arial"/>
              </a:rPr>
              <a:t> </a:t>
            </a:r>
            <a:r>
              <a:rPr sz="3000" b="0" dirty="0">
                <a:solidFill>
                  <a:srgbClr val="16181D"/>
                </a:solidFill>
                <a:latin typeface="Arial"/>
              </a:rPr>
              <a:t> </a:t>
            </a:r>
            <a:r>
              <a:rPr sz="3000" b="1" dirty="0">
                <a:solidFill>
                  <a:srgbClr val="16181D"/>
                </a:solidFill>
                <a:latin typeface="Arial"/>
              </a:rPr>
              <a:t>4.   What do I fix next ?</a:t>
            </a:r>
          </a:p>
          <a:p>
            <a:pPr>
              <a:spcAft>
                <a:spcPts val="800"/>
              </a:spcAft>
            </a:pPr>
            <a:r>
              <a:rPr sz="2500" b="0" dirty="0">
                <a:solidFill>
                  <a:srgbClr val="3A3F47"/>
                </a:solidFill>
                <a:latin typeface="Arial"/>
              </a:rPr>
              <a:t>        –   Error analysis: look at the mistakes before choosing what to work on</a:t>
            </a:r>
          </a:p>
        </p:txBody>
      </p:sp>
      <p:sp>
        <p:nvSpPr>
          <p:cNvPr id="6" name="TextBox 5"/>
          <p:cNvSpPr txBox="1"/>
          <p:nvPr/>
        </p:nvSpPr>
        <p:spPr>
          <a:xfrm>
            <a:off x="15636240" y="9098280"/>
            <a:ext cx="1097280" cy="365760"/>
          </a:xfrm>
          <a:prstGeom prst="rect">
            <a:avLst/>
          </a:prstGeom>
          <a:noFill/>
        </p:spPr>
        <p:txBody>
          <a:bodyPr wrap="none">
            <a:spAutoFit/>
          </a:bodyPr>
          <a:lstStyle/>
          <a:p>
            <a:pPr algn="r"/>
            <a:fld id="{F3B29A53-328A-4A86-AA2A-92CF982B77FC}" type="slidenum">
              <a:rPr lang="en-US" sz="1200">
                <a:solidFill>
                  <a:srgbClr val="6B7280"/>
                </a:solidFill>
                <a:latin typeface="Arial"/>
              </a:rPr>
              <a:t>8</a:t>
            </a:fld>
            <a:endParaRPr lang="en-US" sz="1200">
              <a:solidFill>
                <a:srgbClr val="6B728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139" y="1249966"/>
            <a:ext cx="15373922" cy="3323987"/>
          </a:xfrm>
        </p:spPr>
        <p:txBody>
          <a:bodyPr/>
          <a:lstStyle/>
          <a:p>
            <a:r>
              <a:rPr dirty="0"/>
              <a:t>Measured on what ?</a:t>
            </a:r>
          </a:p>
        </p:txBody>
      </p:sp>
      <p:sp>
        <p:nvSpPr>
          <p:cNvPr id="3" name="Rectangle 2"/>
          <p:cNvSpPr/>
          <p:nvPr/>
        </p:nvSpPr>
        <p:spPr>
          <a:xfrm>
            <a:off x="814281" y="287973"/>
            <a:ext cx="2926080" cy="201168"/>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4281" y="608013"/>
            <a:ext cx="12801600" cy="548640"/>
          </a:xfrm>
          <a:prstGeom prst="rect">
            <a:avLst/>
          </a:prstGeom>
          <a:noFill/>
        </p:spPr>
        <p:txBody>
          <a:bodyPr wrap="none">
            <a:spAutoFit/>
          </a:bodyPr>
          <a:lstStyle/>
          <a:p>
            <a:r>
              <a:rPr sz="2000" b="1" dirty="0">
                <a:solidFill>
                  <a:srgbClr val="6B7280"/>
                </a:solidFill>
                <a:latin typeface="Arial"/>
              </a:rPr>
              <a:t>PART 1</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fld id="{5509A8EF-05B8-4D49-8E19-1022926602A3}" type="slidenum">
              <a:rPr lang="en-US" sz="1200">
                <a:solidFill>
                  <a:srgbClr val="6B7280"/>
                </a:solidFill>
                <a:latin typeface="Arial"/>
              </a:rPr>
              <a:t>9</a:t>
            </a:fld>
            <a:endParaRPr lang="en-US" sz="1200">
              <a:solidFill>
                <a:srgbClr val="6B7280"/>
              </a:solidFill>
              <a:latin typeface="Arial"/>
            </a:endParaRPr>
          </a:p>
        </p:txBody>
      </p:sp>
      <p:sp>
        <p:nvSpPr>
          <p:cNvPr id="7" name="Story text">
            <a:extLst>
              <a:ext uri="{FF2B5EF4-FFF2-40B4-BE49-F238E27FC236}">
                <a16:creationId xmlns:a16="http://schemas.microsoft.com/office/drawing/2014/main" id="{C0235930-C97C-33F6-8594-7757A43A45E6}"/>
              </a:ext>
            </a:extLst>
          </p:cNvPr>
          <p:cNvSpPr>
            <a:spLocks noGrp="1"/>
          </p:cNvSpPr>
          <p:nvPr/>
        </p:nvSpPr>
        <p:spPr>
          <a:xfrm>
            <a:off x="849630" y="5193054"/>
            <a:ext cx="15335250" cy="1095375"/>
          </a:xfrm>
          <a:prstGeom prst="rect">
            <a:avLst/>
          </a:prstGeom>
          <a:noFill/>
          <a:ln w="0">
            <a:noFill/>
          </a:ln>
        </p:spPr>
        <p:txBody>
          <a:bodyPr>
            <a:noAutofit/>
          </a:bodyPr>
          <a:lstStyle/>
          <a:p>
            <a:pPr>
              <a:defRPr sz="4200" b="1">
                <a:solidFill>
                  <a:srgbClr val="16181D"/>
                </a:solidFill>
                <a:latin typeface="Arial"/>
                <a:ea typeface="Arial"/>
                <a:cs typeface="Arial"/>
              </a:defRPr>
            </a:pPr>
            <a:r>
              <a:rPr sz="4200" b="1" dirty="0">
                <a:solidFill>
                  <a:srgbClr val="16181D"/>
                </a:solidFill>
                <a:latin typeface="Arial"/>
                <a:ea typeface="Arial"/>
                <a:cs typeface="Arial"/>
              </a:rPr>
              <a:t>Can we trust the score?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769441"/>
          </a:xfrm>
          <a:prstGeom prst="rect">
            <a:avLst/>
          </a:prstGeom>
          <a:noFill/>
        </p:spPr>
        <p:txBody>
          <a:bodyPr wrap="square">
            <a:spAutoFit/>
          </a:bodyPr>
          <a:lstStyle/>
          <a:p>
            <a:r>
              <a:rPr lang="nb-NO" sz="4400" b="1" dirty="0">
                <a:solidFill>
                  <a:srgbClr val="16181D"/>
                </a:solidFill>
                <a:latin typeface="Arial"/>
              </a:rPr>
              <a:t>Data -&gt; </a:t>
            </a:r>
            <a:r>
              <a:rPr sz="4400" b="1" dirty="0">
                <a:solidFill>
                  <a:srgbClr val="16181D"/>
                </a:solidFill>
                <a:latin typeface="Arial"/>
              </a:rPr>
              <a:t>Three sets of data, three different jobs</a:t>
            </a:r>
          </a:p>
        </p:txBody>
      </p:sp>
      <p:graphicFrame>
        <p:nvGraphicFramePr>
          <p:cNvPr id="4" name="Table 3"/>
          <p:cNvGraphicFramePr>
            <a:graphicFrameLocks noGrp="1"/>
          </p:cNvGraphicFramePr>
          <p:nvPr>
            <p:extLst>
              <p:ext uri="{D42A27DB-BD31-4B8C-83A1-F6EECF244321}">
                <p14:modId xmlns:p14="http://schemas.microsoft.com/office/powerpoint/2010/main" val="3949072052"/>
              </p:ext>
            </p:extLst>
          </p:nvPr>
        </p:nvGraphicFramePr>
        <p:xfrm>
          <a:off x="986981" y="4975681"/>
          <a:ext cx="15371062" cy="2657856"/>
        </p:xfrm>
        <a:graphic>
          <a:graphicData uri="http://schemas.openxmlformats.org/drawingml/2006/table">
            <a:tbl>
              <a:tblPr firstRow="1" bandRow="1">
                <a:tableStyleId>{5C22544A-7EE6-4342-B048-85BDC9FD1C3A}</a:tableStyleId>
              </a:tblPr>
              <a:tblGrid>
                <a:gridCol w="3842765">
                  <a:extLst>
                    <a:ext uri="{9D8B030D-6E8A-4147-A177-3AD203B41FA5}">
                      <a16:colId xmlns:a16="http://schemas.microsoft.com/office/drawing/2014/main" val="20000"/>
                    </a:ext>
                  </a:extLst>
                </a:gridCol>
                <a:gridCol w="6724840">
                  <a:extLst>
                    <a:ext uri="{9D8B030D-6E8A-4147-A177-3AD203B41FA5}">
                      <a16:colId xmlns:a16="http://schemas.microsoft.com/office/drawing/2014/main" val="20001"/>
                    </a:ext>
                  </a:extLst>
                </a:gridCol>
                <a:gridCol w="4803457">
                  <a:extLst>
                    <a:ext uri="{9D8B030D-6E8A-4147-A177-3AD203B41FA5}">
                      <a16:colId xmlns:a16="http://schemas.microsoft.com/office/drawing/2014/main" val="20002"/>
                    </a:ext>
                  </a:extLst>
                </a:gridCol>
              </a:tblGrid>
              <a:tr h="566928">
                <a:tc>
                  <a:txBody>
                    <a:bodyPr/>
                    <a:lstStyle/>
                    <a:p>
                      <a:r>
                        <a:rPr sz="2300" b="1">
                          <a:solidFill>
                            <a:srgbClr val="16181D"/>
                          </a:solidFill>
                          <a:latin typeface="Arial"/>
                        </a:rPr>
                        <a:t>Set</a:t>
                      </a:r>
                    </a:p>
                  </a:txBody>
                  <a:tcPr marL="109728" marR="109728">
                    <a:solidFill>
                      <a:srgbClr val="FFDC00"/>
                    </a:solidFill>
                  </a:tcPr>
                </a:tc>
                <a:tc>
                  <a:txBody>
                    <a:bodyPr/>
                    <a:lstStyle/>
                    <a:p>
                      <a:r>
                        <a:rPr sz="2300" b="1">
                          <a:solidFill>
                            <a:srgbClr val="16181D"/>
                          </a:solidFill>
                          <a:latin typeface="Arial"/>
                        </a:rPr>
                        <a:t>Its job</a:t>
                      </a:r>
                    </a:p>
                  </a:txBody>
                  <a:tcPr marL="109728" marR="109728">
                    <a:solidFill>
                      <a:srgbClr val="FFDC00"/>
                    </a:solidFill>
                  </a:tcPr>
                </a:tc>
                <a:tc>
                  <a:txBody>
                    <a:bodyPr/>
                    <a:lstStyle/>
                    <a:p>
                      <a:r>
                        <a:rPr sz="2300" b="1">
                          <a:solidFill>
                            <a:srgbClr val="16181D"/>
                          </a:solidFill>
                          <a:latin typeface="Arial"/>
                        </a:rPr>
                        <a:t>How often you look at it</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200" b="1">
                          <a:solidFill>
                            <a:srgbClr val="16181D"/>
                          </a:solidFill>
                          <a:latin typeface="Arial"/>
                        </a:rPr>
                        <a:t>Training set</a:t>
                      </a:r>
                    </a:p>
                  </a:txBody>
                  <a:tcPr marL="109728" marR="109728">
                    <a:solidFill>
                      <a:srgbClr val="FFFFFF"/>
                    </a:solidFill>
                  </a:tcPr>
                </a:tc>
                <a:tc>
                  <a:txBody>
                    <a:bodyPr/>
                    <a:lstStyle/>
                    <a:p>
                      <a:r>
                        <a:rPr sz="2200" b="0">
                          <a:solidFill>
                            <a:srgbClr val="16181D"/>
                          </a:solidFill>
                          <a:latin typeface="Arial"/>
                        </a:rPr>
                        <a:t>The model learns from it</a:t>
                      </a:r>
                    </a:p>
                  </a:txBody>
                  <a:tcPr marL="109728" marR="109728">
                    <a:solidFill>
                      <a:srgbClr val="FFFFFF"/>
                    </a:solidFill>
                  </a:tcPr>
                </a:tc>
                <a:tc>
                  <a:txBody>
                    <a:bodyPr/>
                    <a:lstStyle/>
                    <a:p>
                      <a:r>
                        <a:rPr sz="2200" b="0" dirty="0">
                          <a:solidFill>
                            <a:srgbClr val="16181D"/>
                          </a:solidFill>
                          <a:latin typeface="Arial"/>
                        </a:rPr>
                        <a:t>Constantly — the algorithm sees every row</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200" b="1">
                          <a:solidFill>
                            <a:srgbClr val="16181D"/>
                          </a:solidFill>
                          <a:latin typeface="Arial"/>
                        </a:rPr>
                        <a:t>Development set</a:t>
                      </a:r>
                      <a:r>
                        <a:rPr sz="2200" b="0">
                          <a:solidFill>
                            <a:srgbClr val="16181D"/>
                          </a:solidFill>
                          <a:latin typeface="Arial"/>
                        </a:rPr>
                        <a:t>  (dev set, validation set)</a:t>
                      </a:r>
                    </a:p>
                  </a:txBody>
                  <a:tcPr marL="109728" marR="109728">
                    <a:solidFill>
                      <a:srgbClr val="F7F8FA"/>
                    </a:solidFill>
                  </a:tcPr>
                </a:tc>
                <a:tc>
                  <a:txBody>
                    <a:bodyPr/>
                    <a:lstStyle/>
                    <a:p>
                      <a:r>
                        <a:rPr sz="2200" b="0" dirty="0">
                          <a:solidFill>
                            <a:srgbClr val="16181D"/>
                          </a:solidFill>
                          <a:latin typeface="Arial"/>
                        </a:rPr>
                        <a:t>You make decisions with it: which algorithm, which settings, which features</a:t>
                      </a:r>
                    </a:p>
                  </a:txBody>
                  <a:tcPr marL="109728" marR="109728">
                    <a:solidFill>
                      <a:srgbClr val="F7F8FA"/>
                    </a:solidFill>
                  </a:tcPr>
                </a:tc>
                <a:tc>
                  <a:txBody>
                    <a:bodyPr/>
                    <a:lstStyle/>
                    <a:p>
                      <a:r>
                        <a:rPr sz="2200" b="0" dirty="0">
                          <a:solidFill>
                            <a:srgbClr val="16181D"/>
                          </a:solidFill>
                          <a:latin typeface="Arial"/>
                        </a:rPr>
                        <a:t>Again and again, after every change</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200" b="1">
                          <a:solidFill>
                            <a:srgbClr val="16181D"/>
                          </a:solidFill>
                          <a:latin typeface="Arial"/>
                        </a:rPr>
                        <a:t>Test set</a:t>
                      </a:r>
                    </a:p>
                  </a:txBody>
                  <a:tcPr marL="109728" marR="109728">
                    <a:solidFill>
                      <a:srgbClr val="FFFFFF"/>
                    </a:solidFill>
                  </a:tcPr>
                </a:tc>
                <a:tc>
                  <a:txBody>
                    <a:bodyPr/>
                    <a:lstStyle/>
                    <a:p>
                      <a:r>
                        <a:rPr sz="2200" b="0" dirty="0">
                          <a:solidFill>
                            <a:srgbClr val="16181D"/>
                          </a:solidFill>
                          <a:latin typeface="Arial"/>
                        </a:rPr>
                        <a:t>It tells you how good the final model really is</a:t>
                      </a:r>
                    </a:p>
                  </a:txBody>
                  <a:tcPr marL="109728" marR="109728">
                    <a:solidFill>
                      <a:srgbClr val="FFFFFF"/>
                    </a:solidFill>
                  </a:tcPr>
                </a:tc>
                <a:tc>
                  <a:txBody>
                    <a:bodyPr/>
                    <a:lstStyle/>
                    <a:p>
                      <a:r>
                        <a:rPr sz="2200" b="0" dirty="0">
                          <a:solidFill>
                            <a:srgbClr val="16181D"/>
                          </a:solidFill>
                          <a:latin typeface="Arial"/>
                        </a:rPr>
                        <a:t>Once, at the end</a:t>
                      </a:r>
                    </a:p>
                  </a:txBody>
                  <a:tcPr marL="109728" marR="109728">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“Development set” (Ng) and “validation set” (scikit-learn, most textbooks) are the same thing.</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29649206-3036-4E9B-989B-FA96A75A45E7}" type="slidenum">
              <a:rPr lang="en-US" sz="1200">
                <a:solidFill>
                  <a:srgbClr val="6B7280"/>
                </a:solidFill>
                <a:latin typeface="Arial"/>
              </a:rPr>
              <a:t>10</a:t>
            </a:fld>
            <a:endParaRPr lang="en-US" sz="1200">
              <a:solidFill>
                <a:srgbClr val="6B7280"/>
              </a:solidFill>
              <a:latin typeface="Arial"/>
            </a:endParaRPr>
          </a:p>
        </p:txBody>
      </p:sp>
      <p:sp>
        <p:nvSpPr>
          <p:cNvPr id="8" name="Rectangle 7">
            <a:extLst>
              <a:ext uri="{FF2B5EF4-FFF2-40B4-BE49-F238E27FC236}">
                <a16:creationId xmlns:a16="http://schemas.microsoft.com/office/drawing/2014/main" id="{A99FE78C-8FD8-18E1-D08D-E00F32474F70}"/>
              </a:ext>
            </a:extLst>
          </p:cNvPr>
          <p:cNvSpPr/>
          <p:nvPr/>
        </p:nvSpPr>
        <p:spPr>
          <a:xfrm>
            <a:off x="700323" y="2687978"/>
            <a:ext cx="9052560" cy="137160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16181D"/>
                </a:solidFill>
                <a:latin typeface="Arial"/>
              </a:rPr>
              <a:t>Training set</a:t>
            </a:r>
          </a:p>
        </p:txBody>
      </p:sp>
      <p:sp>
        <p:nvSpPr>
          <p:cNvPr id="9" name="Rectangle 8">
            <a:extLst>
              <a:ext uri="{FF2B5EF4-FFF2-40B4-BE49-F238E27FC236}">
                <a16:creationId xmlns:a16="http://schemas.microsoft.com/office/drawing/2014/main" id="{9F67295B-7827-E21B-1116-4BFF3834657F}"/>
              </a:ext>
            </a:extLst>
          </p:cNvPr>
          <p:cNvSpPr/>
          <p:nvPr/>
        </p:nvSpPr>
        <p:spPr>
          <a:xfrm>
            <a:off x="9752883" y="2687978"/>
            <a:ext cx="3017520" cy="1371600"/>
          </a:xfrm>
          <a:prstGeom prst="rect">
            <a:avLst/>
          </a:prstGeom>
          <a:solidFill>
            <a:srgbClr val="FFDC0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16181D"/>
                </a:solidFill>
                <a:latin typeface="Arial"/>
              </a:rPr>
              <a:t>Validation set</a:t>
            </a:r>
          </a:p>
        </p:txBody>
      </p:sp>
      <p:sp>
        <p:nvSpPr>
          <p:cNvPr id="10" name="Rectangle 9">
            <a:extLst>
              <a:ext uri="{FF2B5EF4-FFF2-40B4-BE49-F238E27FC236}">
                <a16:creationId xmlns:a16="http://schemas.microsoft.com/office/drawing/2014/main" id="{5BE4A219-9C50-AA8B-E666-08DF6D36E3B2}"/>
              </a:ext>
            </a:extLst>
          </p:cNvPr>
          <p:cNvSpPr/>
          <p:nvPr/>
        </p:nvSpPr>
        <p:spPr>
          <a:xfrm>
            <a:off x="12770403" y="2687978"/>
            <a:ext cx="3108960" cy="1371600"/>
          </a:xfrm>
          <a:prstGeom prst="rect">
            <a:avLst/>
          </a:prstGeom>
          <a:solidFill>
            <a:srgbClr val="FBE1D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16181D"/>
                </a:solidFill>
                <a:latin typeface="Arial"/>
              </a:rPr>
              <a:t>Test set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737802-5630-40E7-6526-77FEAB6BD58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41163" y="762724"/>
            <a:ext cx="6587903" cy="3248705"/>
          </a:xfrm>
          <a:prstGeom prst="rect">
            <a:avLst/>
          </a:prstGeom>
        </p:spPr>
      </p:pic>
      <p:pic>
        <p:nvPicPr>
          <p:cNvPr id="4" name="Picture 3">
            <a:extLst>
              <a:ext uri="{FF2B5EF4-FFF2-40B4-BE49-F238E27FC236}">
                <a16:creationId xmlns:a16="http://schemas.microsoft.com/office/drawing/2014/main" id="{554468F1-63F4-CB18-BEC0-07D09AEE710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241163" y="4377429"/>
            <a:ext cx="6120620" cy="1551173"/>
          </a:xfrm>
          <a:prstGeom prst="rect">
            <a:avLst/>
          </a:prstGeom>
        </p:spPr>
      </p:pic>
      <p:pic>
        <p:nvPicPr>
          <p:cNvPr id="5" name="Picture 4">
            <a:extLst>
              <a:ext uri="{FF2B5EF4-FFF2-40B4-BE49-F238E27FC236}">
                <a16:creationId xmlns:a16="http://schemas.microsoft.com/office/drawing/2014/main" id="{7C4ED344-6C18-E4EE-BC90-C9EC6B6B1AB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241163" y="6625837"/>
            <a:ext cx="6322098" cy="1341708"/>
          </a:xfrm>
          <a:prstGeom prst="rect">
            <a:avLst/>
          </a:prstGeom>
        </p:spPr>
      </p:pic>
      <p:pic>
        <p:nvPicPr>
          <p:cNvPr id="7" name="Picture 6">
            <a:extLst>
              <a:ext uri="{FF2B5EF4-FFF2-40B4-BE49-F238E27FC236}">
                <a16:creationId xmlns:a16="http://schemas.microsoft.com/office/drawing/2014/main" id="{BE6E264E-716A-C19F-AD0B-AD7C1D64FDF0}"/>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830095" y="346043"/>
            <a:ext cx="6143007" cy="3248705"/>
          </a:xfrm>
          <a:prstGeom prst="rect">
            <a:avLst/>
          </a:prstGeom>
        </p:spPr>
      </p:pic>
      <p:pic>
        <p:nvPicPr>
          <p:cNvPr id="8" name="Picture 7">
            <a:extLst>
              <a:ext uri="{FF2B5EF4-FFF2-40B4-BE49-F238E27FC236}">
                <a16:creationId xmlns:a16="http://schemas.microsoft.com/office/drawing/2014/main" id="{99249DBC-AE92-6D50-F68A-364F6B3909C7}"/>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675113" y="3963754"/>
            <a:ext cx="6452973" cy="2105193"/>
          </a:xfrm>
          <a:prstGeom prst="rect">
            <a:avLst/>
          </a:prstGeom>
        </p:spPr>
      </p:pic>
      <p:sp>
        <p:nvSpPr>
          <p:cNvPr id="10" name="TextBox 9">
            <a:extLst>
              <a:ext uri="{FF2B5EF4-FFF2-40B4-BE49-F238E27FC236}">
                <a16:creationId xmlns:a16="http://schemas.microsoft.com/office/drawing/2014/main" id="{C838E337-B12E-3866-30D4-20203A06665A}"/>
              </a:ext>
            </a:extLst>
          </p:cNvPr>
          <p:cNvSpPr txBox="1"/>
          <p:nvPr/>
        </p:nvSpPr>
        <p:spPr>
          <a:xfrm>
            <a:off x="1241163" y="9236693"/>
            <a:ext cx="7043980" cy="338554"/>
          </a:xfrm>
          <a:prstGeom prst="rect">
            <a:avLst/>
          </a:prstGeom>
          <a:noFill/>
        </p:spPr>
        <p:txBody>
          <a:bodyPr wrap="square">
            <a:spAutoFit/>
          </a:bodyPr>
          <a:lstStyle/>
          <a:p>
            <a:r>
              <a:rPr lang="en-US" sz="1600" dirty="0"/>
              <a:t>Ref: https://</a:t>
            </a:r>
            <a:r>
              <a:rPr lang="en-US" sz="1600" dirty="0" err="1"/>
              <a:t>blog.dailydoseofds.com</a:t>
            </a:r>
            <a:r>
              <a:rPr lang="en-US" sz="1600" dirty="0"/>
              <a:t>/p/how-to-actually-use-train-validation</a:t>
            </a:r>
          </a:p>
        </p:txBody>
      </p:sp>
      <p:pic>
        <p:nvPicPr>
          <p:cNvPr id="13" name="Picture 12">
            <a:extLst>
              <a:ext uri="{FF2B5EF4-FFF2-40B4-BE49-F238E27FC236}">
                <a16:creationId xmlns:a16="http://schemas.microsoft.com/office/drawing/2014/main" id="{66EA02EF-2FE0-9EE7-8126-F91139FB33E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05988" y="6625837"/>
            <a:ext cx="6322098" cy="2870574"/>
          </a:xfrm>
          <a:prstGeom prst="rect">
            <a:avLst/>
          </a:prstGeom>
        </p:spPr>
      </p:pic>
    </p:spTree>
    <p:extLst>
      <p:ext uri="{BB962C8B-B14F-4D97-AF65-F5344CB8AC3E}">
        <p14:creationId xmlns:p14="http://schemas.microsoft.com/office/powerpoint/2010/main" val="557366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769441"/>
          </a:xfrm>
          <a:prstGeom prst="rect">
            <a:avLst/>
          </a:prstGeom>
          <a:noFill/>
        </p:spPr>
        <p:txBody>
          <a:bodyPr wrap="square">
            <a:spAutoFit/>
          </a:bodyPr>
          <a:lstStyle/>
          <a:p>
            <a:r>
              <a:rPr lang="nb-NO" sz="4400" b="1" dirty="0" err="1">
                <a:solidFill>
                  <a:srgbClr val="16181D"/>
                </a:solidFill>
                <a:latin typeface="Arial"/>
              </a:rPr>
              <a:t>Example</a:t>
            </a:r>
            <a:r>
              <a:rPr lang="nb-NO" sz="4400" b="1" dirty="0">
                <a:solidFill>
                  <a:srgbClr val="16181D"/>
                </a:solidFill>
                <a:latin typeface="Arial"/>
              </a:rPr>
              <a:t>: </a:t>
            </a:r>
            <a:r>
              <a:rPr sz="4400" b="1" dirty="0">
                <a:solidFill>
                  <a:srgbClr val="16181D"/>
                </a:solidFill>
                <a:latin typeface="Arial"/>
              </a:rPr>
              <a:t>Why the test set is opened only once</a:t>
            </a:r>
          </a:p>
        </p:txBody>
      </p:sp>
      <p:sp>
        <p:nvSpPr>
          <p:cNvPr id="4" name="TextBox 3"/>
          <p:cNvSpPr txBox="1"/>
          <p:nvPr/>
        </p:nvSpPr>
        <p:spPr>
          <a:xfrm>
            <a:off x="969264" y="2057400"/>
            <a:ext cx="15371063" cy="3749744"/>
          </a:xfrm>
          <a:prstGeom prst="rect">
            <a:avLst/>
          </a:prstGeom>
          <a:noFill/>
        </p:spPr>
        <p:txBody>
          <a:bodyPr wrap="square">
            <a:spAutoFit/>
          </a:bodyPr>
          <a:lstStyle/>
          <a:p>
            <a:pPr>
              <a:spcAft>
                <a:spcPts val="1400"/>
              </a:spcAft>
            </a:pPr>
            <a:r>
              <a:rPr sz="2800" b="0" dirty="0">
                <a:solidFill>
                  <a:srgbClr val="16181D"/>
                </a:solidFill>
                <a:latin typeface="Arial"/>
              </a:rPr>
              <a:t>▪   You sit the same practice exam twenty times, and change your revision</a:t>
            </a:r>
            <a:r>
              <a:rPr lang="nb-NO" sz="2800" b="0" dirty="0">
                <a:solidFill>
                  <a:srgbClr val="16181D"/>
                </a:solidFill>
                <a:latin typeface="Arial"/>
              </a:rPr>
              <a:t> </a:t>
            </a:r>
            <a:r>
              <a:rPr sz="2800" b="0" dirty="0">
                <a:solidFill>
                  <a:srgbClr val="16181D"/>
                </a:solidFill>
                <a:latin typeface="Arial"/>
              </a:rPr>
              <a:t>after each attempt.</a:t>
            </a:r>
          </a:p>
          <a:p>
            <a:pPr>
              <a:spcAft>
                <a:spcPts val="1400"/>
              </a:spcAft>
            </a:pPr>
            <a:r>
              <a:rPr sz="2800" b="0" dirty="0">
                <a:solidFill>
                  <a:srgbClr val="16181D"/>
                </a:solidFill>
                <a:latin typeface="Arial"/>
              </a:rPr>
              <a:t>▪   Your score on that practice exam goes up. Does it still predict the real exam ?</a:t>
            </a:r>
          </a:p>
          <a:p>
            <a:pPr>
              <a:spcAft>
                <a:spcPts val="600"/>
              </a:spcAft>
            </a:pPr>
            <a:endParaRPr sz="2800" b="0" dirty="0">
              <a:solidFill>
                <a:srgbClr val="16181D"/>
              </a:solidFill>
              <a:latin typeface="Arial"/>
            </a:endParaRPr>
          </a:p>
          <a:p>
            <a:pPr>
              <a:spcAft>
                <a:spcPts val="1400"/>
              </a:spcAft>
            </a:pPr>
            <a:r>
              <a:rPr sz="2800" b="0" dirty="0">
                <a:solidFill>
                  <a:srgbClr val="16181D"/>
                </a:solidFill>
                <a:latin typeface="Arial"/>
              </a:rPr>
              <a:t>▪   Trying twenty settings and keeping the best </a:t>
            </a:r>
            <a:r>
              <a:rPr sz="2800" b="1" dirty="0">
                <a:solidFill>
                  <a:srgbClr val="16181D"/>
                </a:solidFill>
                <a:latin typeface="Arial"/>
              </a:rPr>
              <a:t>test</a:t>
            </a:r>
            <a:r>
              <a:rPr sz="2800" b="0" dirty="0">
                <a:solidFill>
                  <a:srgbClr val="16181D"/>
                </a:solidFill>
                <a:latin typeface="Arial"/>
              </a:rPr>
              <a:t> score is the same thing:</a:t>
            </a:r>
          </a:p>
          <a:p>
            <a:pPr>
              <a:spcAft>
                <a:spcPts val="800"/>
              </a:spcAft>
            </a:pPr>
            <a:r>
              <a:rPr sz="2300" b="0" dirty="0">
                <a:solidFill>
                  <a:srgbClr val="3A3F47"/>
                </a:solidFill>
                <a:latin typeface="Arial"/>
              </a:rPr>
              <a:t>        –   the model never trained on the test set — but </a:t>
            </a:r>
            <a:r>
              <a:rPr sz="2300" b="1" dirty="0">
                <a:solidFill>
                  <a:srgbClr val="3A3F47"/>
                </a:solidFill>
                <a:latin typeface="Arial"/>
              </a:rPr>
              <a:t>you</a:t>
            </a:r>
            <a:r>
              <a:rPr sz="2300" b="0" dirty="0">
                <a:solidFill>
                  <a:srgbClr val="3A3F47"/>
                </a:solidFill>
                <a:latin typeface="Arial"/>
              </a:rPr>
              <a:t> learned from it</a:t>
            </a:r>
          </a:p>
          <a:p>
            <a:pPr>
              <a:spcAft>
                <a:spcPts val="600"/>
              </a:spcAft>
            </a:pPr>
            <a:endParaRPr sz="2300" b="0" dirty="0">
              <a:solidFill>
                <a:srgbClr val="3A3F47"/>
              </a:solidFill>
              <a:latin typeface="Arial"/>
            </a:endParaRPr>
          </a:p>
          <a:p>
            <a:pPr>
              <a:spcAft>
                <a:spcPts val="1400"/>
              </a:spcAft>
            </a:pPr>
            <a:r>
              <a:rPr sz="2800" b="0" dirty="0">
                <a:solidFill>
                  <a:srgbClr val="16181D"/>
                </a:solidFill>
                <a:latin typeface="Arial"/>
              </a:rPr>
              <a:t>▪   So: </a:t>
            </a:r>
            <a:r>
              <a:rPr sz="2800" b="1" dirty="0">
                <a:solidFill>
                  <a:srgbClr val="16181D"/>
                </a:solidFill>
                <a:latin typeface="Arial"/>
              </a:rPr>
              <a:t>choose</a:t>
            </a:r>
            <a:r>
              <a:rPr sz="2800" b="0" dirty="0">
                <a:solidFill>
                  <a:srgbClr val="16181D"/>
                </a:solidFill>
                <a:latin typeface="Arial"/>
              </a:rPr>
              <a:t> with the dev set. </a:t>
            </a:r>
            <a:r>
              <a:rPr sz="2800" b="1" dirty="0">
                <a:solidFill>
                  <a:srgbClr val="16181D"/>
                </a:solidFill>
                <a:latin typeface="Arial"/>
              </a:rPr>
              <a:t>Report</a:t>
            </a:r>
            <a:r>
              <a:rPr sz="2800" b="0" dirty="0">
                <a:solidFill>
                  <a:srgbClr val="16181D"/>
                </a:solidFill>
                <a:latin typeface="Arial"/>
              </a:rPr>
              <a:t> with the test set.</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The same problem as data leakage from Week 36 — here the leak goes through the person, not the code.</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0C355788-4C4D-498A-8A93-1BAF297B34E3}" type="slidenum">
              <a:rPr lang="en-US" sz="1200">
                <a:solidFill>
                  <a:srgbClr val="6B7280"/>
                </a:solidFill>
                <a:latin typeface="Arial"/>
              </a:rPr>
              <a:t>12</a:t>
            </a:fld>
            <a:endParaRPr lang="en-US" sz="1200">
              <a:solidFill>
                <a:srgbClr val="6B7280"/>
              </a:solidFill>
              <a:latin typeface="Arial"/>
            </a:endParaRPr>
          </a:p>
        </p:txBody>
      </p:sp>
    </p:spTree>
    <p:extLst>
      <p:ext uri="{BB962C8B-B14F-4D97-AF65-F5344CB8AC3E}">
        <p14:creationId xmlns:p14="http://schemas.microsoft.com/office/powerpoint/2010/main" val="332963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769441"/>
          </a:xfrm>
          <a:prstGeom prst="rect">
            <a:avLst/>
          </a:prstGeom>
          <a:noFill/>
        </p:spPr>
        <p:txBody>
          <a:bodyPr wrap="square">
            <a:spAutoFit/>
          </a:bodyPr>
          <a:lstStyle/>
          <a:p>
            <a:r>
              <a:rPr lang="nb-NO" sz="4400" b="1" dirty="0">
                <a:solidFill>
                  <a:srgbClr val="16181D"/>
                </a:solidFill>
                <a:latin typeface="Arial"/>
              </a:rPr>
              <a:t>Best </a:t>
            </a:r>
            <a:r>
              <a:rPr lang="nb-NO" sz="4400" b="1" dirty="0" err="1">
                <a:solidFill>
                  <a:srgbClr val="16181D"/>
                </a:solidFill>
                <a:latin typeface="Arial"/>
              </a:rPr>
              <a:t>practice</a:t>
            </a:r>
            <a:r>
              <a:rPr lang="nb-NO" sz="4400" b="1" dirty="0">
                <a:solidFill>
                  <a:srgbClr val="16181D"/>
                </a:solidFill>
                <a:latin typeface="Arial"/>
              </a:rPr>
              <a:t>: </a:t>
            </a:r>
            <a:r>
              <a:rPr sz="4400" b="1" dirty="0">
                <a:solidFill>
                  <a:srgbClr val="16181D"/>
                </a:solidFill>
                <a:latin typeface="Arial"/>
              </a:rPr>
              <a:t>Dev and test data must look like the future</a:t>
            </a:r>
          </a:p>
        </p:txBody>
      </p:sp>
      <p:sp>
        <p:nvSpPr>
          <p:cNvPr id="4" name="TextBox 3"/>
          <p:cNvSpPr txBox="1"/>
          <p:nvPr/>
        </p:nvSpPr>
        <p:spPr>
          <a:xfrm>
            <a:off x="969264" y="2057400"/>
            <a:ext cx="15371063" cy="4888518"/>
          </a:xfrm>
          <a:prstGeom prst="rect">
            <a:avLst/>
          </a:prstGeom>
          <a:noFill/>
        </p:spPr>
        <p:txBody>
          <a:bodyPr wrap="square">
            <a:spAutoFit/>
          </a:bodyPr>
          <a:lstStyle/>
          <a:p>
            <a:pPr>
              <a:spcAft>
                <a:spcPts val="1400"/>
              </a:spcAft>
            </a:pPr>
            <a:r>
              <a:rPr sz="2700" b="0" dirty="0">
                <a:solidFill>
                  <a:srgbClr val="16181D"/>
                </a:solidFill>
                <a:latin typeface="Arial"/>
              </a:rPr>
              <a:t>▪   A team builds an app that finds cats in photos.</a:t>
            </a:r>
          </a:p>
          <a:p>
            <a:pPr>
              <a:spcAft>
                <a:spcPts val="800"/>
              </a:spcAft>
            </a:pPr>
            <a:r>
              <a:rPr sz="2200" b="0" dirty="0">
                <a:solidFill>
                  <a:srgbClr val="3A3F47"/>
                </a:solidFill>
                <a:latin typeface="Arial"/>
              </a:rPr>
              <a:t>        –   Training data: thousands of sharp, well-lit pictures downloaded from websites</a:t>
            </a:r>
          </a:p>
          <a:p>
            <a:pPr>
              <a:spcAft>
                <a:spcPts val="800"/>
              </a:spcAft>
            </a:pPr>
            <a:r>
              <a:rPr sz="2200" b="0" dirty="0">
                <a:solidFill>
                  <a:srgbClr val="3A3F47"/>
                </a:solidFill>
                <a:latin typeface="Arial"/>
              </a:rPr>
              <a:t>        –   Real use: blurry pictures taken by users on their phones</a:t>
            </a:r>
          </a:p>
          <a:p>
            <a:pPr>
              <a:spcAft>
                <a:spcPts val="600"/>
              </a:spcAft>
            </a:pPr>
            <a:endParaRPr sz="2200" b="0" dirty="0">
              <a:solidFill>
                <a:srgbClr val="3A3F47"/>
              </a:solidFill>
              <a:latin typeface="Arial"/>
            </a:endParaRPr>
          </a:p>
          <a:p>
            <a:pPr>
              <a:spcAft>
                <a:spcPts val="1400"/>
              </a:spcAft>
            </a:pPr>
            <a:r>
              <a:rPr sz="2700" b="0" dirty="0">
                <a:solidFill>
                  <a:srgbClr val="16181D"/>
                </a:solidFill>
                <a:latin typeface="Arial"/>
              </a:rPr>
              <a:t>▪   It scored well in development and badly in use.</a:t>
            </a:r>
          </a:p>
          <a:p>
            <a:pPr>
              <a:spcAft>
                <a:spcPts val="600"/>
              </a:spcAft>
            </a:pPr>
            <a:endParaRPr lang="nb-NO" sz="2700" b="0" dirty="0">
              <a:solidFill>
                <a:srgbClr val="16181D"/>
              </a:solidFill>
              <a:latin typeface="Arial"/>
            </a:endParaRPr>
          </a:p>
          <a:p>
            <a:pPr>
              <a:spcAft>
                <a:spcPts val="600"/>
              </a:spcAft>
            </a:pPr>
            <a:endParaRPr lang="en-US" sz="2700" dirty="0">
              <a:solidFill>
                <a:srgbClr val="16181D"/>
              </a:solidFill>
              <a:latin typeface="Arial"/>
            </a:endParaRPr>
          </a:p>
          <a:p>
            <a:pPr>
              <a:spcAft>
                <a:spcPts val="600"/>
              </a:spcAft>
            </a:pPr>
            <a:endParaRPr sz="2700" b="0" dirty="0">
              <a:solidFill>
                <a:srgbClr val="16181D"/>
              </a:solidFill>
              <a:latin typeface="Arial"/>
            </a:endParaRPr>
          </a:p>
          <a:p>
            <a:pPr>
              <a:spcAft>
                <a:spcPts val="1400"/>
              </a:spcAft>
            </a:pPr>
            <a:r>
              <a:rPr sz="2700" b="1" dirty="0">
                <a:solidFill>
                  <a:srgbClr val="16181D"/>
                </a:solidFill>
                <a:latin typeface="Arial"/>
              </a:rPr>
              <a:t>Choose dev and test sets that reflect the data you expect to get later</a:t>
            </a:r>
            <a:r>
              <a:rPr sz="2700" b="0" dirty="0">
                <a:solidFill>
                  <a:srgbClr val="16181D"/>
                </a:solidFill>
                <a:latin typeface="Arial"/>
              </a:rPr>
              <a:t> and take both from the same source, so a good dev score predicts a good test score.</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Machine Learning Yearning, chapters 5 and 6.</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E99AD680-2F4D-4875-BF21-1E20CC61F297}" type="slidenum">
              <a:rPr lang="en-US" sz="1200">
                <a:solidFill>
                  <a:srgbClr val="6B7280"/>
                </a:solidFill>
                <a:latin typeface="Arial"/>
              </a:rPr>
              <a:t>13</a:t>
            </a:fld>
            <a:endParaRPr lang="en-US" sz="1200">
              <a:solidFill>
                <a:srgbClr val="6B7280"/>
              </a:solidFill>
              <a:latin typeface="Arial"/>
            </a:endParaRPr>
          </a:p>
        </p:txBody>
      </p:sp>
    </p:spTree>
    <p:extLst>
      <p:ext uri="{BB962C8B-B14F-4D97-AF65-F5344CB8AC3E}">
        <p14:creationId xmlns:p14="http://schemas.microsoft.com/office/powerpoint/2010/main" val="350190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EA29A7-696F-F053-7C7A-02CDB3CB37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884" y="2090032"/>
            <a:ext cx="4382968" cy="4194047"/>
          </a:xfrm>
          <a:prstGeom prst="rect">
            <a:avLst/>
          </a:prstGeom>
        </p:spPr>
      </p:pic>
      <p:sp>
        <p:nvSpPr>
          <p:cNvPr id="6" name="TextBox 5">
            <a:extLst>
              <a:ext uri="{FF2B5EF4-FFF2-40B4-BE49-F238E27FC236}">
                <a16:creationId xmlns:a16="http://schemas.microsoft.com/office/drawing/2014/main" id="{BE5FC2A2-058F-2756-9175-DC029D794F4E}"/>
              </a:ext>
            </a:extLst>
          </p:cNvPr>
          <p:cNvSpPr txBox="1"/>
          <p:nvPr/>
        </p:nvSpPr>
        <p:spPr>
          <a:xfrm>
            <a:off x="4158481" y="6793452"/>
            <a:ext cx="9735670" cy="486287"/>
          </a:xfrm>
          <a:prstGeom prst="rect">
            <a:avLst/>
          </a:prstGeom>
          <a:noFill/>
        </p:spPr>
        <p:txBody>
          <a:bodyPr wrap="square">
            <a:spAutoFit/>
          </a:bodyPr>
          <a:lstStyle/>
          <a:p>
            <a:r>
              <a:rPr lang="en-US" dirty="0"/>
              <a:t>Each pet in our dataset has two features: weight and fluffiness. </a:t>
            </a:r>
          </a:p>
        </p:txBody>
      </p:sp>
      <p:pic>
        <p:nvPicPr>
          <p:cNvPr id="8" name="Picture 7">
            <a:extLst>
              <a:ext uri="{FF2B5EF4-FFF2-40B4-BE49-F238E27FC236}">
                <a16:creationId xmlns:a16="http://schemas.microsoft.com/office/drawing/2014/main" id="{704FE702-6CEF-23E0-FA44-108BAFD701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465" y="2479906"/>
            <a:ext cx="9507338" cy="3414297"/>
          </a:xfrm>
          <a:prstGeom prst="rect">
            <a:avLst/>
          </a:prstGeom>
        </p:spPr>
      </p:pic>
      <p:sp>
        <p:nvSpPr>
          <p:cNvPr id="10" name="TextBox 9">
            <a:extLst>
              <a:ext uri="{FF2B5EF4-FFF2-40B4-BE49-F238E27FC236}">
                <a16:creationId xmlns:a16="http://schemas.microsoft.com/office/drawing/2014/main" id="{15DB8B1E-CFB5-8BB2-1491-783F3CD329B1}"/>
              </a:ext>
            </a:extLst>
          </p:cNvPr>
          <p:cNvSpPr txBox="1"/>
          <p:nvPr/>
        </p:nvSpPr>
        <p:spPr>
          <a:xfrm>
            <a:off x="4301916" y="8609306"/>
            <a:ext cx="5630978" cy="369332"/>
          </a:xfrm>
          <a:prstGeom prst="rect">
            <a:avLst/>
          </a:prstGeom>
          <a:noFill/>
        </p:spPr>
        <p:txBody>
          <a:bodyPr wrap="square">
            <a:spAutoFit/>
          </a:bodyPr>
          <a:lstStyle/>
          <a:p>
            <a:r>
              <a:rPr lang="en-US" sz="1800" dirty="0"/>
              <a:t>https://</a:t>
            </a:r>
            <a:r>
              <a:rPr lang="en-US" sz="1800" dirty="0" err="1"/>
              <a:t>mlu-explain.github.io</a:t>
            </a:r>
            <a:r>
              <a:rPr lang="en-US" sz="1800" dirty="0"/>
              <a:t>/train-test-validation/</a:t>
            </a:r>
          </a:p>
        </p:txBody>
      </p:sp>
    </p:spTree>
    <p:extLst>
      <p:ext uri="{BB962C8B-B14F-4D97-AF65-F5344CB8AC3E}">
        <p14:creationId xmlns:p14="http://schemas.microsoft.com/office/powerpoint/2010/main" val="279010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46138E8-FDA5-AD9D-83E9-2C03851E3733}"/>
              </a:ext>
            </a:extLst>
          </p:cNvPr>
          <p:cNvSpPr>
            <a:spLocks noGrp="1"/>
          </p:cNvSpPr>
          <p:nvPr>
            <p:ph type="ftr" sz="quarter" idx="11"/>
          </p:nvPr>
        </p:nvSpPr>
        <p:spPr/>
        <p:txBody>
          <a:bodyPr/>
          <a:lstStyle/>
          <a:p>
            <a:r>
              <a:rPr lang="nb-NO"/>
              <a:t>Introduction to A.I - Umair M.I</a:t>
            </a:r>
          </a:p>
        </p:txBody>
      </p:sp>
      <p:pic>
        <p:nvPicPr>
          <p:cNvPr id="6" name="Picture 5">
            <a:extLst>
              <a:ext uri="{FF2B5EF4-FFF2-40B4-BE49-F238E27FC236}">
                <a16:creationId xmlns:a16="http://schemas.microsoft.com/office/drawing/2014/main" id="{5A457402-198E-CC22-DEAB-9D89C2F2A4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2141" y="379737"/>
            <a:ext cx="11669338" cy="5483182"/>
          </a:xfrm>
          <a:prstGeom prst="rect">
            <a:avLst/>
          </a:prstGeom>
        </p:spPr>
      </p:pic>
      <p:sp>
        <p:nvSpPr>
          <p:cNvPr id="8" name="TextBox 7">
            <a:extLst>
              <a:ext uri="{FF2B5EF4-FFF2-40B4-BE49-F238E27FC236}">
                <a16:creationId xmlns:a16="http://schemas.microsoft.com/office/drawing/2014/main" id="{08460A81-25F3-318F-45EB-4A9117817986}"/>
              </a:ext>
            </a:extLst>
          </p:cNvPr>
          <p:cNvSpPr txBox="1"/>
          <p:nvPr/>
        </p:nvSpPr>
        <p:spPr>
          <a:xfrm>
            <a:off x="4333595" y="6217161"/>
            <a:ext cx="8677834" cy="1668149"/>
          </a:xfrm>
          <a:prstGeom prst="rect">
            <a:avLst/>
          </a:prstGeom>
          <a:noFill/>
        </p:spPr>
        <p:txBody>
          <a:bodyPr wrap="square">
            <a:spAutoFit/>
          </a:bodyPr>
          <a:lstStyle/>
          <a:p>
            <a:r>
              <a:rPr lang="en-US" dirty="0"/>
              <a:t>Logistic regression will learn a decision boundary to best separate the cats from dogs in our training data, using the selected feature (None, Weight, Fluffiness, or </a:t>
            </a:r>
            <a:r>
              <a:rPr lang="en-US" i="1" dirty="0"/>
              <a:t>both</a:t>
            </a:r>
            <a:r>
              <a:rPr lang="en-US" dirty="0"/>
              <a:t> Weight and Fluffiness). </a:t>
            </a:r>
          </a:p>
        </p:txBody>
      </p:sp>
    </p:spTree>
    <p:extLst>
      <p:ext uri="{BB962C8B-B14F-4D97-AF65-F5344CB8AC3E}">
        <p14:creationId xmlns:p14="http://schemas.microsoft.com/office/powerpoint/2010/main" val="3749849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8B69DF3-2F53-F121-C0CE-3AE11E0E5BAA}"/>
              </a:ext>
            </a:extLst>
          </p:cNvPr>
          <p:cNvSpPr>
            <a:spLocks noGrp="1"/>
          </p:cNvSpPr>
          <p:nvPr>
            <p:ph type="ftr" sz="quarter" idx="11"/>
          </p:nvPr>
        </p:nvSpPr>
        <p:spPr/>
        <p:txBody>
          <a:bodyPr/>
          <a:lstStyle/>
          <a:p>
            <a:r>
              <a:rPr lang="nb-NO"/>
              <a:t>Introduction to A.I - Umair M.I</a:t>
            </a:r>
          </a:p>
        </p:txBody>
      </p:sp>
      <p:pic>
        <p:nvPicPr>
          <p:cNvPr id="4" name="Picture 3">
            <a:extLst>
              <a:ext uri="{FF2B5EF4-FFF2-40B4-BE49-F238E27FC236}">
                <a16:creationId xmlns:a16="http://schemas.microsoft.com/office/drawing/2014/main" id="{3F2CD9D6-08EF-F044-D923-0C1D2037E9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5935" y="924537"/>
            <a:ext cx="9835962" cy="7036331"/>
          </a:xfrm>
          <a:prstGeom prst="rect">
            <a:avLst/>
          </a:prstGeom>
        </p:spPr>
      </p:pic>
      <p:sp>
        <p:nvSpPr>
          <p:cNvPr id="6" name="TextBox 5">
            <a:extLst>
              <a:ext uri="{FF2B5EF4-FFF2-40B4-BE49-F238E27FC236}">
                <a16:creationId xmlns:a16="http://schemas.microsoft.com/office/drawing/2014/main" id="{0EFFF9C2-C29D-3868-3C75-4C7E67D3BF5D}"/>
              </a:ext>
            </a:extLst>
          </p:cNvPr>
          <p:cNvSpPr txBox="1"/>
          <p:nvPr/>
        </p:nvSpPr>
        <p:spPr>
          <a:xfrm>
            <a:off x="448235" y="1791145"/>
            <a:ext cx="3783106" cy="486287"/>
          </a:xfrm>
          <a:prstGeom prst="rect">
            <a:avLst/>
          </a:prstGeom>
          <a:noFill/>
        </p:spPr>
        <p:txBody>
          <a:bodyPr wrap="square">
            <a:spAutoFit/>
          </a:bodyPr>
          <a:lstStyle/>
          <a:p>
            <a:pPr>
              <a:buNone/>
            </a:pPr>
            <a:r>
              <a:rPr lang="en-US" b="1" dirty="0"/>
              <a:t>The Validation Set</a:t>
            </a:r>
          </a:p>
        </p:txBody>
      </p:sp>
      <p:sp>
        <p:nvSpPr>
          <p:cNvPr id="8" name="TextBox 7">
            <a:extLst>
              <a:ext uri="{FF2B5EF4-FFF2-40B4-BE49-F238E27FC236}">
                <a16:creationId xmlns:a16="http://schemas.microsoft.com/office/drawing/2014/main" id="{BCF43927-908D-9F89-7C9B-E0B4D84D21EB}"/>
              </a:ext>
            </a:extLst>
          </p:cNvPr>
          <p:cNvSpPr txBox="1"/>
          <p:nvPr/>
        </p:nvSpPr>
        <p:spPr>
          <a:xfrm>
            <a:off x="464721" y="3601811"/>
            <a:ext cx="3783106" cy="2850011"/>
          </a:xfrm>
          <a:prstGeom prst="rect">
            <a:avLst/>
          </a:prstGeom>
          <a:noFill/>
        </p:spPr>
        <p:txBody>
          <a:bodyPr wrap="square">
            <a:spAutoFit/>
          </a:bodyPr>
          <a:lstStyle/>
          <a:p>
            <a:r>
              <a:rPr lang="en-US" dirty="0">
                <a:effectLst/>
              </a:rPr>
              <a:t>it acts as an independent, unbiased dataset for comparing the performance of different algorithms trained on our training set</a:t>
            </a:r>
            <a:endParaRPr lang="en-US" dirty="0"/>
          </a:p>
        </p:txBody>
      </p:sp>
    </p:spTree>
    <p:extLst>
      <p:ext uri="{BB962C8B-B14F-4D97-AF65-F5344CB8AC3E}">
        <p14:creationId xmlns:p14="http://schemas.microsoft.com/office/powerpoint/2010/main" val="1224127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535F1B-CAFA-1A80-1841-9ECBEB7069D4}"/>
              </a:ext>
            </a:extLst>
          </p:cNvPr>
          <p:cNvSpPr>
            <a:spLocks noGrp="1"/>
          </p:cNvSpPr>
          <p:nvPr>
            <p:ph type="ftr" sz="quarter" idx="11"/>
          </p:nvPr>
        </p:nvSpPr>
        <p:spPr/>
        <p:txBody>
          <a:bodyPr/>
          <a:lstStyle/>
          <a:p>
            <a:r>
              <a:rPr lang="nb-NO"/>
              <a:t>Introduction to A.I - Umair M.I</a:t>
            </a:r>
          </a:p>
        </p:txBody>
      </p:sp>
      <p:pic>
        <p:nvPicPr>
          <p:cNvPr id="4" name="Picture 3">
            <a:extLst>
              <a:ext uri="{FF2B5EF4-FFF2-40B4-BE49-F238E27FC236}">
                <a16:creationId xmlns:a16="http://schemas.microsoft.com/office/drawing/2014/main" id="{DE2D9415-C96D-7CD7-FEA1-1C7B6D676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2156" y="1095888"/>
            <a:ext cx="10181759" cy="7242255"/>
          </a:xfrm>
          <a:prstGeom prst="rect">
            <a:avLst/>
          </a:prstGeom>
        </p:spPr>
      </p:pic>
      <p:sp>
        <p:nvSpPr>
          <p:cNvPr id="6" name="TextBox 5">
            <a:extLst>
              <a:ext uri="{FF2B5EF4-FFF2-40B4-BE49-F238E27FC236}">
                <a16:creationId xmlns:a16="http://schemas.microsoft.com/office/drawing/2014/main" id="{CFC4ED50-2CF3-2B81-3CDF-53E90A62057C}"/>
              </a:ext>
            </a:extLst>
          </p:cNvPr>
          <p:cNvSpPr txBox="1"/>
          <p:nvPr/>
        </p:nvSpPr>
        <p:spPr>
          <a:xfrm>
            <a:off x="502024" y="1170726"/>
            <a:ext cx="5002305" cy="486287"/>
          </a:xfrm>
          <a:prstGeom prst="rect">
            <a:avLst/>
          </a:prstGeom>
          <a:noFill/>
        </p:spPr>
        <p:txBody>
          <a:bodyPr wrap="square">
            <a:spAutoFit/>
          </a:bodyPr>
          <a:lstStyle/>
          <a:p>
            <a:pPr>
              <a:buNone/>
            </a:pPr>
            <a:r>
              <a:rPr lang="en-US" b="1" dirty="0"/>
              <a:t>The Testing Set</a:t>
            </a:r>
          </a:p>
        </p:txBody>
      </p:sp>
      <p:sp>
        <p:nvSpPr>
          <p:cNvPr id="8" name="TextBox 7">
            <a:extLst>
              <a:ext uri="{FF2B5EF4-FFF2-40B4-BE49-F238E27FC236}">
                <a16:creationId xmlns:a16="http://schemas.microsoft.com/office/drawing/2014/main" id="{D8FF9F0C-AFA1-2E23-DA18-D6403A2E3B2E}"/>
              </a:ext>
            </a:extLst>
          </p:cNvPr>
          <p:cNvSpPr txBox="1"/>
          <p:nvPr/>
        </p:nvSpPr>
        <p:spPr>
          <a:xfrm>
            <a:off x="502024" y="4876006"/>
            <a:ext cx="4410635" cy="1668149"/>
          </a:xfrm>
          <a:prstGeom prst="rect">
            <a:avLst/>
          </a:prstGeom>
          <a:noFill/>
        </p:spPr>
        <p:txBody>
          <a:bodyPr wrap="square">
            <a:spAutoFit/>
          </a:bodyPr>
          <a:lstStyle/>
          <a:p>
            <a:r>
              <a:rPr lang="en-US" b="1" dirty="0"/>
              <a:t>We should never, under any circumstance, look at the test set's performance before selecting a model.</a:t>
            </a:r>
            <a:endParaRPr lang="en-US" dirty="0"/>
          </a:p>
        </p:txBody>
      </p:sp>
      <p:sp>
        <p:nvSpPr>
          <p:cNvPr id="10" name="TextBox 9">
            <a:extLst>
              <a:ext uri="{FF2B5EF4-FFF2-40B4-BE49-F238E27FC236}">
                <a16:creationId xmlns:a16="http://schemas.microsoft.com/office/drawing/2014/main" id="{0DD4D8F9-59D0-BFD8-0AF3-08604557E171}"/>
              </a:ext>
            </a:extLst>
          </p:cNvPr>
          <p:cNvSpPr txBox="1"/>
          <p:nvPr/>
        </p:nvSpPr>
        <p:spPr>
          <a:xfrm>
            <a:off x="502024" y="2153452"/>
            <a:ext cx="4285129" cy="1668149"/>
          </a:xfrm>
          <a:prstGeom prst="rect">
            <a:avLst/>
          </a:prstGeom>
          <a:noFill/>
        </p:spPr>
        <p:txBody>
          <a:bodyPr wrap="square">
            <a:spAutoFit/>
          </a:bodyPr>
          <a:lstStyle/>
          <a:p>
            <a:r>
              <a:rPr lang="en-US" dirty="0">
                <a:effectLst/>
              </a:rPr>
              <a:t>It is the final step in evaluating our model's performance on unseen data.</a:t>
            </a:r>
            <a:endParaRPr lang="en-US" dirty="0"/>
          </a:p>
        </p:txBody>
      </p:sp>
    </p:spTree>
    <p:extLst>
      <p:ext uri="{BB962C8B-B14F-4D97-AF65-F5344CB8AC3E}">
        <p14:creationId xmlns:p14="http://schemas.microsoft.com/office/powerpoint/2010/main" val="388843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How big should the dev set be ?</a:t>
            </a:r>
          </a:p>
        </p:txBody>
      </p:sp>
      <p:graphicFrame>
        <p:nvGraphicFramePr>
          <p:cNvPr id="4" name="Table 3"/>
          <p:cNvGraphicFramePr>
            <a:graphicFrameLocks noGrp="1"/>
          </p:cNvGraphicFramePr>
          <p:nvPr/>
        </p:nvGraphicFramePr>
        <p:xfrm>
          <a:off x="969264" y="2057400"/>
          <a:ext cx="15371061" cy="2267712"/>
        </p:xfrm>
        <a:graphic>
          <a:graphicData uri="http://schemas.openxmlformats.org/drawingml/2006/table">
            <a:tbl>
              <a:tblPr firstRow="1" bandRow="1">
                <a:tableStyleId>{5C22544A-7EE6-4342-B048-85BDC9FD1C3A}</a:tableStyleId>
              </a:tblPr>
              <a:tblGrid>
                <a:gridCol w="2882074">
                  <a:extLst>
                    <a:ext uri="{9D8B030D-6E8A-4147-A177-3AD203B41FA5}">
                      <a16:colId xmlns:a16="http://schemas.microsoft.com/office/drawing/2014/main" val="20000"/>
                    </a:ext>
                  </a:extLst>
                </a:gridCol>
                <a:gridCol w="3842765">
                  <a:extLst>
                    <a:ext uri="{9D8B030D-6E8A-4147-A177-3AD203B41FA5}">
                      <a16:colId xmlns:a16="http://schemas.microsoft.com/office/drawing/2014/main" val="20001"/>
                    </a:ext>
                  </a:extLst>
                </a:gridCol>
                <a:gridCol w="8646222">
                  <a:extLst>
                    <a:ext uri="{9D8B030D-6E8A-4147-A177-3AD203B41FA5}">
                      <a16:colId xmlns:a16="http://schemas.microsoft.com/office/drawing/2014/main" val="20002"/>
                    </a:ext>
                  </a:extLst>
                </a:gridCol>
              </a:tblGrid>
              <a:tr h="566928">
                <a:tc>
                  <a:txBody>
                    <a:bodyPr/>
                    <a:lstStyle/>
                    <a:p>
                      <a:r>
                        <a:rPr sz="2500" b="1">
                          <a:solidFill>
                            <a:srgbClr val="16181D"/>
                          </a:solidFill>
                          <a:latin typeface="Arial"/>
                        </a:rPr>
                        <a:t>Dev set size</a:t>
                      </a:r>
                    </a:p>
                  </a:txBody>
                  <a:tcPr marL="109728" marR="109728">
                    <a:solidFill>
                      <a:srgbClr val="FFDC00"/>
                    </a:solidFill>
                  </a:tcPr>
                </a:tc>
                <a:tc>
                  <a:txBody>
                    <a:bodyPr/>
                    <a:lstStyle/>
                    <a:p>
                      <a:r>
                        <a:rPr sz="2500" b="1">
                          <a:solidFill>
                            <a:srgbClr val="16181D"/>
                          </a:solidFill>
                          <a:latin typeface="Arial"/>
                        </a:rPr>
                        <a:t>One example is worth</a:t>
                      </a:r>
                    </a:p>
                  </a:txBody>
                  <a:tcPr marL="109728" marR="109728">
                    <a:solidFill>
                      <a:srgbClr val="FFDC00"/>
                    </a:solidFill>
                  </a:tcPr>
                </a:tc>
                <a:tc>
                  <a:txBody>
                    <a:bodyPr/>
                    <a:lstStyle/>
                    <a:p>
                      <a:r>
                        <a:rPr sz="2500" b="1">
                          <a:solidFill>
                            <a:srgbClr val="16181D"/>
                          </a:solidFill>
                          <a:latin typeface="Arial"/>
                        </a:rPr>
                        <a:t>Smallest difference you can trust</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400" b="0">
                          <a:solidFill>
                            <a:srgbClr val="16181D"/>
                          </a:solidFill>
                          <a:latin typeface="Arial"/>
                        </a:rPr>
                        <a:t>100</a:t>
                      </a:r>
                    </a:p>
                  </a:txBody>
                  <a:tcPr marL="109728" marR="109728">
                    <a:solidFill>
                      <a:srgbClr val="FFFFFF"/>
                    </a:solidFill>
                  </a:tcPr>
                </a:tc>
                <a:tc>
                  <a:txBody>
                    <a:bodyPr/>
                    <a:lstStyle/>
                    <a:p>
                      <a:r>
                        <a:rPr sz="2400" b="0">
                          <a:solidFill>
                            <a:srgbClr val="16181D"/>
                          </a:solidFill>
                          <a:latin typeface="Arial"/>
                        </a:rPr>
                        <a:t>1 %</a:t>
                      </a:r>
                    </a:p>
                  </a:txBody>
                  <a:tcPr marL="109728" marR="109728">
                    <a:solidFill>
                      <a:srgbClr val="FFFFFF"/>
                    </a:solidFill>
                  </a:tcPr>
                </a:tc>
                <a:tc>
                  <a:txBody>
                    <a:bodyPr/>
                    <a:lstStyle/>
                    <a:p>
                      <a:r>
                        <a:rPr sz="2400" b="0">
                          <a:solidFill>
                            <a:srgbClr val="16181D"/>
                          </a:solidFill>
                          <a:latin typeface="Arial"/>
                        </a:rPr>
                        <a:t>A few percent — 90% and 92% may be the same model</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400" b="0">
                          <a:solidFill>
                            <a:srgbClr val="16181D"/>
                          </a:solidFill>
                          <a:latin typeface="Arial"/>
                        </a:rPr>
                        <a:t>1 000</a:t>
                      </a:r>
                    </a:p>
                  </a:txBody>
                  <a:tcPr marL="109728" marR="109728">
                    <a:solidFill>
                      <a:srgbClr val="F7F8FA"/>
                    </a:solidFill>
                  </a:tcPr>
                </a:tc>
                <a:tc>
                  <a:txBody>
                    <a:bodyPr/>
                    <a:lstStyle/>
                    <a:p>
                      <a:r>
                        <a:rPr sz="2400" b="0">
                          <a:solidFill>
                            <a:srgbClr val="16181D"/>
                          </a:solidFill>
                          <a:latin typeface="Arial"/>
                        </a:rPr>
                        <a:t>0.1 %</a:t>
                      </a:r>
                    </a:p>
                  </a:txBody>
                  <a:tcPr marL="109728" marR="109728">
                    <a:solidFill>
                      <a:srgbClr val="F7F8FA"/>
                    </a:solidFill>
                  </a:tcPr>
                </a:tc>
                <a:tc>
                  <a:txBody>
                    <a:bodyPr/>
                    <a:lstStyle/>
                    <a:p>
                      <a:r>
                        <a:rPr sz="2400" b="0">
                          <a:solidFill>
                            <a:srgbClr val="16181D"/>
                          </a:solidFill>
                          <a:latin typeface="Arial"/>
                        </a:rPr>
                        <a:t>About one percent</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400" b="0">
                          <a:solidFill>
                            <a:srgbClr val="16181D"/>
                          </a:solidFill>
                          <a:latin typeface="Arial"/>
                        </a:rPr>
                        <a:t>10 000</a:t>
                      </a:r>
                    </a:p>
                  </a:txBody>
                  <a:tcPr marL="109728" marR="109728">
                    <a:solidFill>
                      <a:srgbClr val="FFFFFF"/>
                    </a:solidFill>
                  </a:tcPr>
                </a:tc>
                <a:tc>
                  <a:txBody>
                    <a:bodyPr/>
                    <a:lstStyle/>
                    <a:p>
                      <a:r>
                        <a:rPr sz="2400" b="0">
                          <a:solidFill>
                            <a:srgbClr val="16181D"/>
                          </a:solidFill>
                          <a:latin typeface="Arial"/>
                        </a:rPr>
                        <a:t>0.01 %</a:t>
                      </a:r>
                    </a:p>
                  </a:txBody>
                  <a:tcPr marL="109728" marR="109728">
                    <a:solidFill>
                      <a:srgbClr val="FFFFFF"/>
                    </a:solidFill>
                  </a:tcPr>
                </a:tc>
                <a:tc>
                  <a:txBody>
                    <a:bodyPr/>
                    <a:lstStyle/>
                    <a:p>
                      <a:r>
                        <a:rPr sz="2400" b="0">
                          <a:solidFill>
                            <a:srgbClr val="16181D"/>
                          </a:solidFill>
                          <a:latin typeface="Arial"/>
                        </a:rPr>
                        <a:t>About a tenth of a percent</a:t>
                      </a:r>
                    </a:p>
                  </a:txBody>
                  <a:tcPr marL="109728" marR="109728">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Machine Learning Yearning, chapter 7. Dev sets of 1 000 to 10 000 examples are common.</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C9293BEB-6A8E-4F28-A240-644D1ABED8AB}" type="slidenum">
              <a:rPr lang="en-US" sz="1200">
                <a:solidFill>
                  <a:srgbClr val="6B7280"/>
                </a:solidFill>
                <a:latin typeface="Arial"/>
              </a:rPr>
              <a:t>18</a:t>
            </a:fld>
            <a:endParaRPr lang="en-US" sz="1200">
              <a:solidFill>
                <a:srgbClr val="6B728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Splitting in scikit-learn</a:t>
            </a:r>
          </a:p>
        </p:txBody>
      </p:sp>
      <p:sp>
        <p:nvSpPr>
          <p:cNvPr id="4" name="TextBox 3"/>
          <p:cNvSpPr txBox="1"/>
          <p:nvPr/>
        </p:nvSpPr>
        <p:spPr>
          <a:xfrm>
            <a:off x="969264" y="1874519"/>
            <a:ext cx="15371063" cy="548640"/>
          </a:xfrm>
          <a:prstGeom prst="rect">
            <a:avLst/>
          </a:prstGeom>
          <a:noFill/>
        </p:spPr>
        <p:txBody>
          <a:bodyPr wrap="none">
            <a:spAutoFit/>
          </a:bodyPr>
          <a:lstStyle/>
          <a:p>
            <a:r>
              <a:rPr sz="2400" b="0">
                <a:solidFill>
                  <a:srgbClr val="3A3F47"/>
                </a:solidFill>
                <a:latin typeface="Arial"/>
              </a:rPr>
              <a:t>The same dataset is used for every code slide today, so the numbers connect.</a:t>
            </a:r>
          </a:p>
        </p:txBody>
      </p:sp>
      <p:sp>
        <p:nvSpPr>
          <p:cNvPr id="5" name="Rectangle 4"/>
          <p:cNvSpPr/>
          <p:nvPr/>
        </p:nvSpPr>
        <p:spPr>
          <a:xfrm>
            <a:off x="969264" y="2606040"/>
            <a:ext cx="15371063" cy="5184648"/>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606040"/>
            <a:ext cx="82296" cy="518464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770632"/>
            <a:ext cx="14822423" cy="4910328"/>
          </a:xfrm>
          <a:prstGeom prst="rect">
            <a:avLst/>
          </a:prstGeom>
          <a:noFill/>
        </p:spPr>
        <p:txBody>
          <a:bodyPr wrap="none">
            <a:spAutoFit/>
          </a:bodyPr>
          <a:lstStyle/>
          <a:p>
            <a:pPr>
              <a:spcAft>
                <a:spcPts val="200"/>
              </a:spcAft>
            </a:pPr>
            <a:r>
              <a:rPr sz="2100">
                <a:solidFill>
                  <a:srgbClr val="16181D"/>
                </a:solidFill>
                <a:latin typeface="Consolas"/>
              </a:rPr>
              <a:t>from sklearn.datasets import load_breast_cancer</a:t>
            </a:r>
          </a:p>
          <a:p>
            <a:pPr>
              <a:spcAft>
                <a:spcPts val="200"/>
              </a:spcAft>
            </a:pPr>
            <a:r>
              <a:rPr sz="2100">
                <a:solidFill>
                  <a:srgbClr val="16181D"/>
                </a:solidFill>
                <a:latin typeface="Consolas"/>
              </a:rPr>
              <a:t>from sklearn.model_selection import train_test_split</a:t>
            </a:r>
          </a:p>
          <a:p>
            <a:pPr>
              <a:spcAft>
                <a:spcPts val="200"/>
              </a:spcAft>
            </a:pPr>
            <a:endParaRPr sz="2100">
              <a:solidFill>
                <a:srgbClr val="16181D"/>
              </a:solidFill>
              <a:latin typeface="Consolas"/>
            </a:endParaRPr>
          </a:p>
          <a:p>
            <a:pPr>
              <a:spcAft>
                <a:spcPts val="200"/>
              </a:spcAft>
            </a:pPr>
            <a:r>
              <a:rPr sz="2100">
                <a:solidFill>
                  <a:srgbClr val="16181D"/>
                </a:solidFill>
                <a:latin typeface="Consolas"/>
              </a:rPr>
              <a:t>X, y = load_breast_cancer(return_X_y=True)      </a:t>
            </a:r>
            <a:r>
              <a:rPr sz="2100">
                <a:solidFill>
                  <a:srgbClr val="1B7F4B"/>
                </a:solidFill>
                <a:latin typeface="Consolas"/>
              </a:rPr>
              <a:t># 569 tumours: malignant or benign</a:t>
            </a:r>
          </a:p>
          <a:p>
            <a:pPr>
              <a:spcAft>
                <a:spcPts val="200"/>
              </a:spcAft>
            </a:pPr>
            <a:endParaRPr sz="2100">
              <a:solidFill>
                <a:srgbClr val="1B7F4B"/>
              </a:solidFill>
              <a:latin typeface="Consolas"/>
            </a:endParaRPr>
          </a:p>
          <a:p>
            <a:pPr>
              <a:spcAft>
                <a:spcPts val="200"/>
              </a:spcAft>
            </a:pPr>
            <a:r>
              <a:rPr sz="2100">
                <a:solidFill>
                  <a:srgbClr val="16181D"/>
                </a:solidFill>
                <a:latin typeface="Consolas"/>
              </a:rPr>
              <a:t>X_train, X_test, y_train, y_test = train_test_split(</a:t>
            </a:r>
          </a:p>
          <a:p>
            <a:pPr>
              <a:spcAft>
                <a:spcPts val="200"/>
              </a:spcAft>
            </a:pPr>
            <a:r>
              <a:rPr sz="2100">
                <a:solidFill>
                  <a:srgbClr val="16181D"/>
                </a:solidFill>
                <a:latin typeface="Consolas"/>
              </a:rPr>
              <a:t>    X, y,</a:t>
            </a:r>
          </a:p>
          <a:p>
            <a:pPr>
              <a:spcAft>
                <a:spcPts val="200"/>
              </a:spcAft>
            </a:pPr>
            <a:r>
              <a:rPr sz="2100">
                <a:solidFill>
                  <a:srgbClr val="16181D"/>
                </a:solidFill>
                <a:latin typeface="Consolas"/>
              </a:rPr>
              <a:t>    test_size=0.2,        </a:t>
            </a:r>
            <a:r>
              <a:rPr sz="2100">
                <a:solidFill>
                  <a:srgbClr val="1B7F4B"/>
                </a:solidFill>
                <a:latin typeface="Consolas"/>
              </a:rPr>
              <a:t># 20% is locked away until the very end</a:t>
            </a:r>
          </a:p>
          <a:p>
            <a:pPr>
              <a:spcAft>
                <a:spcPts val="200"/>
              </a:spcAft>
            </a:pPr>
            <a:r>
              <a:rPr sz="2100">
                <a:solidFill>
                  <a:srgbClr val="16181D"/>
                </a:solidFill>
                <a:latin typeface="Consolas"/>
              </a:rPr>
              <a:t>    stratify=y,           </a:t>
            </a:r>
            <a:r>
              <a:rPr sz="2100">
                <a:solidFill>
                  <a:srgbClr val="1B7F4B"/>
                </a:solidFill>
                <a:latin typeface="Consolas"/>
              </a:rPr>
              <a:t># keep the same class balance in both parts</a:t>
            </a:r>
          </a:p>
          <a:p>
            <a:pPr>
              <a:spcAft>
                <a:spcPts val="200"/>
              </a:spcAft>
            </a:pPr>
            <a:r>
              <a:rPr sz="2100">
                <a:solidFill>
                  <a:srgbClr val="16181D"/>
                </a:solidFill>
                <a:latin typeface="Consolas"/>
              </a:rPr>
              <a:t>    random_state=42)      </a:t>
            </a:r>
            <a:r>
              <a:rPr sz="2100">
                <a:solidFill>
                  <a:srgbClr val="1B7F4B"/>
                </a:solidFill>
                <a:latin typeface="Consolas"/>
              </a:rPr>
              <a:t># same split every time you run it</a:t>
            </a:r>
          </a:p>
          <a:p>
            <a:pPr>
              <a:spcAft>
                <a:spcPts val="200"/>
              </a:spcAft>
            </a:pPr>
            <a:endParaRPr sz="2100">
              <a:solidFill>
                <a:srgbClr val="1B7F4B"/>
              </a:solidFill>
              <a:latin typeface="Consolas"/>
            </a:endParaRPr>
          </a:p>
          <a:p>
            <a:pPr>
              <a:spcAft>
                <a:spcPts val="200"/>
              </a:spcAft>
            </a:pPr>
            <a:r>
              <a:rPr sz="2100">
                <a:solidFill>
                  <a:srgbClr val="1B7F4B"/>
                </a:solidFill>
                <a:latin typeface="Consolas"/>
              </a:rPr>
              <a:t># 455 rows to work with, 114 rows in the test set</a:t>
            </a:r>
          </a:p>
        </p:txBody>
      </p:sp>
      <p:sp>
        <p:nvSpPr>
          <p:cNvPr id="8" name="TextBox 7"/>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9" name="TextBox 8"/>
          <p:cNvSpPr txBox="1"/>
          <p:nvPr/>
        </p:nvSpPr>
        <p:spPr>
          <a:xfrm>
            <a:off x="15636240" y="9098280"/>
            <a:ext cx="1097280" cy="365760"/>
          </a:xfrm>
          <a:prstGeom prst="rect">
            <a:avLst/>
          </a:prstGeom>
          <a:noFill/>
        </p:spPr>
        <p:txBody>
          <a:bodyPr wrap="none">
            <a:spAutoFit/>
          </a:bodyPr>
          <a:lstStyle/>
          <a:p>
            <a:pPr algn="r"/>
            <a:fld id="{7C2CF561-FB3F-4F6C-991C-554B949B5E64}" type="slidenum">
              <a:rPr lang="en-US" sz="1200">
                <a:solidFill>
                  <a:srgbClr val="6B7280"/>
                </a:solidFill>
                <a:latin typeface="Arial"/>
              </a:rPr>
              <a:t>19</a:t>
            </a:fld>
            <a:endParaRPr lang="en-US" sz="1200">
              <a:solidFill>
                <a:srgbClr val="6B728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3800" b="1" dirty="0">
                <a:solidFill>
                  <a:srgbClr val="16181D"/>
                </a:solidFill>
                <a:latin typeface="Arial"/>
              </a:rPr>
              <a:t>Cross-validation: every row gets a turn as dev data</a:t>
            </a:r>
          </a:p>
        </p:txBody>
      </p:sp>
      <p:sp>
        <p:nvSpPr>
          <p:cNvPr id="4" name="TextBox 3"/>
          <p:cNvSpPr txBox="1"/>
          <p:nvPr/>
        </p:nvSpPr>
        <p:spPr>
          <a:xfrm>
            <a:off x="969264" y="2176272"/>
            <a:ext cx="2011680" cy="548640"/>
          </a:xfrm>
          <a:prstGeom prst="rect">
            <a:avLst/>
          </a:prstGeom>
          <a:noFill/>
        </p:spPr>
        <p:txBody>
          <a:bodyPr wrap="square">
            <a:spAutoFit/>
          </a:bodyPr>
          <a:lstStyle/>
          <a:p>
            <a:pPr>
              <a:spcAft>
                <a:spcPts val="800"/>
              </a:spcAft>
            </a:pPr>
            <a:r>
              <a:rPr sz="2400" b="0">
                <a:solidFill>
                  <a:srgbClr val="3A3F47"/>
                </a:solidFill>
                <a:latin typeface="Arial"/>
              </a:rPr>
              <a:t>Round 1</a:t>
            </a:r>
          </a:p>
        </p:txBody>
      </p:sp>
      <p:sp>
        <p:nvSpPr>
          <p:cNvPr id="5" name="Rectangle 4"/>
          <p:cNvSpPr/>
          <p:nvPr/>
        </p:nvSpPr>
        <p:spPr>
          <a:xfrm>
            <a:off x="3017520" y="2057400"/>
            <a:ext cx="2057400" cy="731520"/>
          </a:xfrm>
          <a:prstGeom prst="rect">
            <a:avLst/>
          </a:prstGeom>
          <a:solidFill>
            <a:srgbClr val="FFDC0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6181D"/>
                </a:solidFill>
                <a:latin typeface="Arial"/>
              </a:rPr>
              <a:t>check</a:t>
            </a:r>
          </a:p>
        </p:txBody>
      </p:sp>
      <p:sp>
        <p:nvSpPr>
          <p:cNvPr id="6" name="Rectangle 5"/>
          <p:cNvSpPr/>
          <p:nvPr/>
        </p:nvSpPr>
        <p:spPr>
          <a:xfrm>
            <a:off x="5074920" y="2057400"/>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7" name="Rectangle 6"/>
          <p:cNvSpPr/>
          <p:nvPr/>
        </p:nvSpPr>
        <p:spPr>
          <a:xfrm>
            <a:off x="7132320" y="2057400"/>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8" name="Rectangle 7"/>
          <p:cNvSpPr/>
          <p:nvPr/>
        </p:nvSpPr>
        <p:spPr>
          <a:xfrm>
            <a:off x="9189720" y="2057400"/>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9" name="Rectangle 8"/>
          <p:cNvSpPr/>
          <p:nvPr/>
        </p:nvSpPr>
        <p:spPr>
          <a:xfrm>
            <a:off x="11247120" y="2057400"/>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10" name="TextBox 9"/>
          <p:cNvSpPr txBox="1"/>
          <p:nvPr/>
        </p:nvSpPr>
        <p:spPr>
          <a:xfrm>
            <a:off x="13716000" y="2176272"/>
            <a:ext cx="2560320" cy="548640"/>
          </a:xfrm>
          <a:prstGeom prst="rect">
            <a:avLst/>
          </a:prstGeom>
          <a:noFill/>
        </p:spPr>
        <p:txBody>
          <a:bodyPr wrap="square">
            <a:spAutoFit/>
          </a:bodyPr>
          <a:lstStyle/>
          <a:p>
            <a:pPr>
              <a:spcAft>
                <a:spcPts val="800"/>
              </a:spcAft>
            </a:pPr>
            <a:r>
              <a:rPr sz="2400" b="1">
                <a:solidFill>
                  <a:srgbClr val="16181D"/>
                </a:solidFill>
                <a:latin typeface="Arial"/>
              </a:rPr>
              <a:t>93.4 %</a:t>
            </a:r>
          </a:p>
        </p:txBody>
      </p:sp>
      <p:sp>
        <p:nvSpPr>
          <p:cNvPr id="11" name="TextBox 10"/>
          <p:cNvSpPr txBox="1"/>
          <p:nvPr/>
        </p:nvSpPr>
        <p:spPr>
          <a:xfrm>
            <a:off x="969264" y="3017520"/>
            <a:ext cx="2011680" cy="548640"/>
          </a:xfrm>
          <a:prstGeom prst="rect">
            <a:avLst/>
          </a:prstGeom>
          <a:noFill/>
        </p:spPr>
        <p:txBody>
          <a:bodyPr wrap="square">
            <a:spAutoFit/>
          </a:bodyPr>
          <a:lstStyle/>
          <a:p>
            <a:pPr>
              <a:spcAft>
                <a:spcPts val="800"/>
              </a:spcAft>
            </a:pPr>
            <a:r>
              <a:rPr sz="2400" b="0">
                <a:solidFill>
                  <a:srgbClr val="3A3F47"/>
                </a:solidFill>
                <a:latin typeface="Arial"/>
              </a:rPr>
              <a:t>Round 2</a:t>
            </a:r>
          </a:p>
        </p:txBody>
      </p:sp>
      <p:sp>
        <p:nvSpPr>
          <p:cNvPr id="12" name="Rectangle 11"/>
          <p:cNvSpPr/>
          <p:nvPr/>
        </p:nvSpPr>
        <p:spPr>
          <a:xfrm>
            <a:off x="3017520" y="2898648"/>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13" name="Rectangle 12"/>
          <p:cNvSpPr/>
          <p:nvPr/>
        </p:nvSpPr>
        <p:spPr>
          <a:xfrm>
            <a:off x="5074920" y="2898648"/>
            <a:ext cx="2057400" cy="731520"/>
          </a:xfrm>
          <a:prstGeom prst="rect">
            <a:avLst/>
          </a:prstGeom>
          <a:solidFill>
            <a:srgbClr val="FFDC0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6181D"/>
                </a:solidFill>
                <a:latin typeface="Arial"/>
              </a:rPr>
              <a:t>check</a:t>
            </a:r>
          </a:p>
        </p:txBody>
      </p:sp>
      <p:sp>
        <p:nvSpPr>
          <p:cNvPr id="14" name="Rectangle 13"/>
          <p:cNvSpPr/>
          <p:nvPr/>
        </p:nvSpPr>
        <p:spPr>
          <a:xfrm>
            <a:off x="7132320" y="2898648"/>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15" name="Rectangle 14"/>
          <p:cNvSpPr/>
          <p:nvPr/>
        </p:nvSpPr>
        <p:spPr>
          <a:xfrm>
            <a:off x="9189720" y="2898648"/>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16" name="Rectangle 15"/>
          <p:cNvSpPr/>
          <p:nvPr/>
        </p:nvSpPr>
        <p:spPr>
          <a:xfrm>
            <a:off x="11247120" y="2898648"/>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17" name="TextBox 16"/>
          <p:cNvSpPr txBox="1"/>
          <p:nvPr/>
        </p:nvSpPr>
        <p:spPr>
          <a:xfrm>
            <a:off x="13716000" y="3017520"/>
            <a:ext cx="2560320" cy="548640"/>
          </a:xfrm>
          <a:prstGeom prst="rect">
            <a:avLst/>
          </a:prstGeom>
          <a:noFill/>
        </p:spPr>
        <p:txBody>
          <a:bodyPr wrap="square">
            <a:spAutoFit/>
          </a:bodyPr>
          <a:lstStyle/>
          <a:p>
            <a:pPr>
              <a:spcAft>
                <a:spcPts val="800"/>
              </a:spcAft>
            </a:pPr>
            <a:r>
              <a:rPr sz="2400" b="1">
                <a:solidFill>
                  <a:srgbClr val="16181D"/>
                </a:solidFill>
                <a:latin typeface="Arial"/>
              </a:rPr>
              <a:t>92.3 %</a:t>
            </a:r>
          </a:p>
        </p:txBody>
      </p:sp>
      <p:sp>
        <p:nvSpPr>
          <p:cNvPr id="18" name="TextBox 17"/>
          <p:cNvSpPr txBox="1"/>
          <p:nvPr/>
        </p:nvSpPr>
        <p:spPr>
          <a:xfrm>
            <a:off x="969264" y="3858768"/>
            <a:ext cx="2011680" cy="548640"/>
          </a:xfrm>
          <a:prstGeom prst="rect">
            <a:avLst/>
          </a:prstGeom>
          <a:noFill/>
        </p:spPr>
        <p:txBody>
          <a:bodyPr wrap="square">
            <a:spAutoFit/>
          </a:bodyPr>
          <a:lstStyle/>
          <a:p>
            <a:pPr>
              <a:spcAft>
                <a:spcPts val="800"/>
              </a:spcAft>
            </a:pPr>
            <a:r>
              <a:rPr sz="2400" b="0">
                <a:solidFill>
                  <a:srgbClr val="3A3F47"/>
                </a:solidFill>
                <a:latin typeface="Arial"/>
              </a:rPr>
              <a:t>Round 3</a:t>
            </a:r>
          </a:p>
        </p:txBody>
      </p:sp>
      <p:sp>
        <p:nvSpPr>
          <p:cNvPr id="19" name="Rectangle 18"/>
          <p:cNvSpPr/>
          <p:nvPr/>
        </p:nvSpPr>
        <p:spPr>
          <a:xfrm>
            <a:off x="3017520" y="3739896"/>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20" name="Rectangle 19"/>
          <p:cNvSpPr/>
          <p:nvPr/>
        </p:nvSpPr>
        <p:spPr>
          <a:xfrm>
            <a:off x="5074920" y="3739896"/>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21" name="Rectangle 20"/>
          <p:cNvSpPr/>
          <p:nvPr/>
        </p:nvSpPr>
        <p:spPr>
          <a:xfrm>
            <a:off x="7132320" y="3739896"/>
            <a:ext cx="2057400" cy="731520"/>
          </a:xfrm>
          <a:prstGeom prst="rect">
            <a:avLst/>
          </a:prstGeom>
          <a:solidFill>
            <a:srgbClr val="FFDC0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6181D"/>
                </a:solidFill>
                <a:latin typeface="Arial"/>
              </a:rPr>
              <a:t>check</a:t>
            </a:r>
          </a:p>
        </p:txBody>
      </p:sp>
      <p:sp>
        <p:nvSpPr>
          <p:cNvPr id="22" name="Rectangle 21"/>
          <p:cNvSpPr/>
          <p:nvPr/>
        </p:nvSpPr>
        <p:spPr>
          <a:xfrm>
            <a:off x="9189720" y="3739896"/>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23" name="Rectangle 22"/>
          <p:cNvSpPr/>
          <p:nvPr/>
        </p:nvSpPr>
        <p:spPr>
          <a:xfrm>
            <a:off x="11247120" y="3739896"/>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24" name="TextBox 23"/>
          <p:cNvSpPr txBox="1"/>
          <p:nvPr/>
        </p:nvSpPr>
        <p:spPr>
          <a:xfrm>
            <a:off x="13716000" y="3858768"/>
            <a:ext cx="2560320" cy="548640"/>
          </a:xfrm>
          <a:prstGeom prst="rect">
            <a:avLst/>
          </a:prstGeom>
          <a:noFill/>
        </p:spPr>
        <p:txBody>
          <a:bodyPr wrap="square">
            <a:spAutoFit/>
          </a:bodyPr>
          <a:lstStyle/>
          <a:p>
            <a:pPr>
              <a:spcAft>
                <a:spcPts val="800"/>
              </a:spcAft>
            </a:pPr>
            <a:r>
              <a:rPr sz="2400" b="1">
                <a:solidFill>
                  <a:srgbClr val="16181D"/>
                </a:solidFill>
                <a:latin typeface="Arial"/>
              </a:rPr>
              <a:t>90.1 %</a:t>
            </a:r>
          </a:p>
        </p:txBody>
      </p:sp>
      <p:sp>
        <p:nvSpPr>
          <p:cNvPr id="25" name="TextBox 24"/>
          <p:cNvSpPr txBox="1"/>
          <p:nvPr/>
        </p:nvSpPr>
        <p:spPr>
          <a:xfrm>
            <a:off x="969264" y="4700016"/>
            <a:ext cx="2011680" cy="548640"/>
          </a:xfrm>
          <a:prstGeom prst="rect">
            <a:avLst/>
          </a:prstGeom>
          <a:noFill/>
        </p:spPr>
        <p:txBody>
          <a:bodyPr wrap="square">
            <a:spAutoFit/>
          </a:bodyPr>
          <a:lstStyle/>
          <a:p>
            <a:pPr>
              <a:spcAft>
                <a:spcPts val="800"/>
              </a:spcAft>
            </a:pPr>
            <a:r>
              <a:rPr sz="2400" b="0">
                <a:solidFill>
                  <a:srgbClr val="3A3F47"/>
                </a:solidFill>
                <a:latin typeface="Arial"/>
              </a:rPr>
              <a:t>Round 4</a:t>
            </a:r>
          </a:p>
        </p:txBody>
      </p:sp>
      <p:sp>
        <p:nvSpPr>
          <p:cNvPr id="26" name="Rectangle 25"/>
          <p:cNvSpPr/>
          <p:nvPr/>
        </p:nvSpPr>
        <p:spPr>
          <a:xfrm>
            <a:off x="3017520" y="4581144"/>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27" name="Rectangle 26"/>
          <p:cNvSpPr/>
          <p:nvPr/>
        </p:nvSpPr>
        <p:spPr>
          <a:xfrm>
            <a:off x="5074920" y="4581144"/>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28" name="Rectangle 27"/>
          <p:cNvSpPr/>
          <p:nvPr/>
        </p:nvSpPr>
        <p:spPr>
          <a:xfrm>
            <a:off x="7132320" y="4581144"/>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29" name="Rectangle 28"/>
          <p:cNvSpPr/>
          <p:nvPr/>
        </p:nvSpPr>
        <p:spPr>
          <a:xfrm>
            <a:off x="9189720" y="4581144"/>
            <a:ext cx="2057400" cy="731520"/>
          </a:xfrm>
          <a:prstGeom prst="rect">
            <a:avLst/>
          </a:prstGeom>
          <a:solidFill>
            <a:srgbClr val="FFDC0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6181D"/>
                </a:solidFill>
                <a:latin typeface="Arial"/>
              </a:rPr>
              <a:t>check</a:t>
            </a:r>
          </a:p>
        </p:txBody>
      </p:sp>
      <p:sp>
        <p:nvSpPr>
          <p:cNvPr id="30" name="Rectangle 29"/>
          <p:cNvSpPr/>
          <p:nvPr/>
        </p:nvSpPr>
        <p:spPr>
          <a:xfrm>
            <a:off x="11247120" y="4581144"/>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31" name="TextBox 30"/>
          <p:cNvSpPr txBox="1"/>
          <p:nvPr/>
        </p:nvSpPr>
        <p:spPr>
          <a:xfrm>
            <a:off x="13716000" y="4700016"/>
            <a:ext cx="2560320" cy="548640"/>
          </a:xfrm>
          <a:prstGeom prst="rect">
            <a:avLst/>
          </a:prstGeom>
          <a:noFill/>
        </p:spPr>
        <p:txBody>
          <a:bodyPr wrap="square">
            <a:spAutoFit/>
          </a:bodyPr>
          <a:lstStyle/>
          <a:p>
            <a:pPr>
              <a:spcAft>
                <a:spcPts val="800"/>
              </a:spcAft>
            </a:pPr>
            <a:r>
              <a:rPr sz="2400" b="1">
                <a:solidFill>
                  <a:srgbClr val="16181D"/>
                </a:solidFill>
                <a:latin typeface="Arial"/>
              </a:rPr>
              <a:t>90.1 %</a:t>
            </a:r>
          </a:p>
        </p:txBody>
      </p:sp>
      <p:sp>
        <p:nvSpPr>
          <p:cNvPr id="32" name="TextBox 31"/>
          <p:cNvSpPr txBox="1"/>
          <p:nvPr/>
        </p:nvSpPr>
        <p:spPr>
          <a:xfrm>
            <a:off x="969264" y="5541264"/>
            <a:ext cx="2011680" cy="548640"/>
          </a:xfrm>
          <a:prstGeom prst="rect">
            <a:avLst/>
          </a:prstGeom>
          <a:noFill/>
        </p:spPr>
        <p:txBody>
          <a:bodyPr wrap="square">
            <a:spAutoFit/>
          </a:bodyPr>
          <a:lstStyle/>
          <a:p>
            <a:pPr>
              <a:spcAft>
                <a:spcPts val="800"/>
              </a:spcAft>
            </a:pPr>
            <a:r>
              <a:rPr sz="2400" b="0">
                <a:solidFill>
                  <a:srgbClr val="3A3F47"/>
                </a:solidFill>
                <a:latin typeface="Arial"/>
              </a:rPr>
              <a:t>Round 5</a:t>
            </a:r>
          </a:p>
        </p:txBody>
      </p:sp>
      <p:sp>
        <p:nvSpPr>
          <p:cNvPr id="33" name="Rectangle 32"/>
          <p:cNvSpPr/>
          <p:nvPr/>
        </p:nvSpPr>
        <p:spPr>
          <a:xfrm>
            <a:off x="3017520" y="5422392"/>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34" name="Rectangle 33"/>
          <p:cNvSpPr/>
          <p:nvPr/>
        </p:nvSpPr>
        <p:spPr>
          <a:xfrm>
            <a:off x="5074920" y="5422392"/>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35" name="Rectangle 34"/>
          <p:cNvSpPr/>
          <p:nvPr/>
        </p:nvSpPr>
        <p:spPr>
          <a:xfrm>
            <a:off x="7132320" y="5422392"/>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36" name="Rectangle 35"/>
          <p:cNvSpPr/>
          <p:nvPr/>
        </p:nvSpPr>
        <p:spPr>
          <a:xfrm>
            <a:off x="9189720" y="5422392"/>
            <a:ext cx="2057400" cy="731520"/>
          </a:xfrm>
          <a:prstGeom prst="rect">
            <a:avLst/>
          </a:prstGeom>
          <a:solidFill>
            <a:srgbClr val="F4F5F7"/>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0">
                <a:solidFill>
                  <a:srgbClr val="6B7280"/>
                </a:solidFill>
                <a:latin typeface="Arial"/>
              </a:rPr>
              <a:t>train</a:t>
            </a:r>
          </a:p>
        </p:txBody>
      </p:sp>
      <p:sp>
        <p:nvSpPr>
          <p:cNvPr id="37" name="Rectangle 36"/>
          <p:cNvSpPr/>
          <p:nvPr/>
        </p:nvSpPr>
        <p:spPr>
          <a:xfrm>
            <a:off x="11247120" y="5422392"/>
            <a:ext cx="2057400" cy="731520"/>
          </a:xfrm>
          <a:prstGeom prst="rect">
            <a:avLst/>
          </a:prstGeom>
          <a:solidFill>
            <a:srgbClr val="FFDC0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6181D"/>
                </a:solidFill>
                <a:latin typeface="Arial"/>
              </a:rPr>
              <a:t>check</a:t>
            </a:r>
          </a:p>
        </p:txBody>
      </p:sp>
      <p:sp>
        <p:nvSpPr>
          <p:cNvPr id="38" name="TextBox 37"/>
          <p:cNvSpPr txBox="1"/>
          <p:nvPr/>
        </p:nvSpPr>
        <p:spPr>
          <a:xfrm>
            <a:off x="13716000" y="5541264"/>
            <a:ext cx="2560320" cy="548640"/>
          </a:xfrm>
          <a:prstGeom prst="rect">
            <a:avLst/>
          </a:prstGeom>
          <a:noFill/>
        </p:spPr>
        <p:txBody>
          <a:bodyPr wrap="square">
            <a:spAutoFit/>
          </a:bodyPr>
          <a:lstStyle/>
          <a:p>
            <a:pPr>
              <a:spcAft>
                <a:spcPts val="800"/>
              </a:spcAft>
            </a:pPr>
            <a:r>
              <a:rPr sz="2400" b="1">
                <a:solidFill>
                  <a:srgbClr val="16181D"/>
                </a:solidFill>
                <a:latin typeface="Arial"/>
              </a:rPr>
              <a:t>96.7 %</a:t>
            </a:r>
          </a:p>
        </p:txBody>
      </p:sp>
      <p:sp>
        <p:nvSpPr>
          <p:cNvPr id="39" name="TextBox 38"/>
          <p:cNvSpPr txBox="1"/>
          <p:nvPr/>
        </p:nvSpPr>
        <p:spPr>
          <a:xfrm>
            <a:off x="969264" y="6492240"/>
            <a:ext cx="15361920" cy="2011680"/>
          </a:xfrm>
          <a:prstGeom prst="rect">
            <a:avLst/>
          </a:prstGeom>
          <a:noFill/>
        </p:spPr>
        <p:txBody>
          <a:bodyPr wrap="square">
            <a:spAutoFit/>
          </a:bodyPr>
          <a:lstStyle/>
          <a:p>
            <a:pPr>
              <a:spcAft>
                <a:spcPts val="800"/>
              </a:spcAft>
            </a:pPr>
            <a:r>
              <a:rPr sz="2500" b="0">
                <a:solidFill>
                  <a:srgbClr val="16181D"/>
                </a:solidFill>
                <a:latin typeface="Arial"/>
              </a:rPr>
              <a:t>Cut the working data into 5 parts. Train on four, check on the fifth, and rotate.</a:t>
            </a:r>
          </a:p>
          <a:p>
            <a:pPr>
              <a:spcAft>
                <a:spcPts val="800"/>
              </a:spcAft>
            </a:pPr>
            <a:r>
              <a:rPr sz="2500" b="0">
                <a:solidFill>
                  <a:srgbClr val="16181D"/>
                </a:solidFill>
                <a:latin typeface="Arial"/>
              </a:rPr>
              <a:t>Five scores instead of one:   </a:t>
            </a:r>
            <a:r>
              <a:rPr sz="2500" b="1">
                <a:solidFill>
                  <a:srgbClr val="16181D"/>
                </a:solidFill>
                <a:latin typeface="Arial"/>
              </a:rPr>
              <a:t>average 92.5 %</a:t>
            </a:r>
            <a:r>
              <a:rPr sz="2500" b="0">
                <a:solidFill>
                  <a:srgbClr val="16181D"/>
                </a:solidFill>
                <a:latin typeface="Arial"/>
              </a:rPr>
              <a:t>,   spread </a:t>
            </a:r>
            <a:r>
              <a:rPr sz="2500" b="1">
                <a:solidFill>
                  <a:srgbClr val="16181D"/>
                </a:solidFill>
                <a:latin typeface="Arial"/>
              </a:rPr>
              <a:t>± 2.4</a:t>
            </a:r>
          </a:p>
          <a:p>
            <a:pPr>
              <a:spcAft>
                <a:spcPts val="800"/>
              </a:spcAft>
            </a:pPr>
            <a:r>
              <a:rPr sz="2500" b="0">
                <a:solidFill>
                  <a:srgbClr val="16181D"/>
                </a:solidFill>
                <a:latin typeface="Arial"/>
              </a:rPr>
              <a:t>The spread is the news. A single split could have told you 90% or 97% for the same model.</a:t>
            </a:r>
          </a:p>
        </p:txBody>
      </p:sp>
      <p:sp>
        <p:nvSpPr>
          <p:cNvPr id="40" name="TextBox 39"/>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41" name="TextBox 40"/>
          <p:cNvSpPr txBox="1"/>
          <p:nvPr/>
        </p:nvSpPr>
        <p:spPr>
          <a:xfrm>
            <a:off x="15636240" y="9098280"/>
            <a:ext cx="1097280" cy="365760"/>
          </a:xfrm>
          <a:prstGeom prst="rect">
            <a:avLst/>
          </a:prstGeom>
          <a:noFill/>
        </p:spPr>
        <p:txBody>
          <a:bodyPr wrap="none">
            <a:spAutoFit/>
          </a:bodyPr>
          <a:lstStyle/>
          <a:p>
            <a:pPr algn="r"/>
            <a:fld id="{AB330642-A737-4DD9-A07E-F52B7B855792}" type="slidenum">
              <a:rPr lang="en-US" sz="1200">
                <a:solidFill>
                  <a:srgbClr val="6B7280"/>
                </a:solidFill>
                <a:latin typeface="Arial"/>
              </a:rPr>
              <a:t>20</a:t>
            </a:fld>
            <a:endParaRPr lang="en-US" sz="1200">
              <a:solidFill>
                <a:srgbClr val="6B728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Measured how ?</a:t>
            </a:r>
          </a:p>
        </p:txBody>
      </p:sp>
      <p:sp>
        <p:nvSpPr>
          <p:cNvPr id="3" name="Rectangle 2"/>
          <p:cNvSpPr/>
          <p:nvPr/>
        </p:nvSpPr>
        <p:spPr>
          <a:xfrm>
            <a:off x="969264" y="3566160"/>
            <a:ext cx="2926080" cy="201168"/>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3886200"/>
            <a:ext cx="12801600" cy="548640"/>
          </a:xfrm>
          <a:prstGeom prst="rect">
            <a:avLst/>
          </a:prstGeom>
          <a:noFill/>
        </p:spPr>
        <p:txBody>
          <a:bodyPr wrap="none">
            <a:spAutoFit/>
          </a:bodyPr>
          <a:lstStyle/>
          <a:p>
            <a:r>
              <a:rPr sz="2000" b="1">
                <a:solidFill>
                  <a:srgbClr val="6B7280"/>
                </a:solidFill>
                <a:latin typeface="Arial"/>
              </a:rPr>
              <a:t>PART 2</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fld id="{4380D47D-585C-45B0-8AC9-EBF8A7B43E28}" type="slidenum">
              <a:rPr lang="en-US" sz="1200">
                <a:solidFill>
                  <a:srgbClr val="6B7280"/>
                </a:solidFill>
                <a:latin typeface="Arial"/>
              </a:rPr>
              <a:t>21</a:t>
            </a:fld>
            <a:endParaRPr lang="en-US" sz="1200">
              <a:solidFill>
                <a:srgbClr val="6B728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First, the truth: 100 patients, 10 are sick</a:t>
            </a:r>
          </a:p>
        </p:txBody>
      </p:sp>
      <p:pic>
        <p:nvPicPr>
          <p:cNvPr id="4" name="Picture 3" descr="truth.png"/>
          <p:cNvPicPr>
            <a:picLocks noChangeAspect="1"/>
          </p:cNvPicPr>
          <p:nvPr/>
        </p:nvPicPr>
        <p:blipFill>
          <a:blip r:embed="rId3"/>
          <a:stretch>
            <a:fillRect/>
          </a:stretch>
        </p:blipFill>
        <p:spPr>
          <a:xfrm>
            <a:off x="969264" y="1828800"/>
            <a:ext cx="14447520" cy="5993045"/>
          </a:xfrm>
          <a:prstGeom prst="rect">
            <a:avLst/>
          </a:prstGeom>
        </p:spPr>
      </p:pic>
      <p:sp>
        <p:nvSpPr>
          <p:cNvPr id="5" name="TextBox 4"/>
          <p:cNvSpPr txBox="1"/>
          <p:nvPr/>
        </p:nvSpPr>
        <p:spPr>
          <a:xfrm>
            <a:off x="969264" y="8001000"/>
            <a:ext cx="15361920" cy="548640"/>
          </a:xfrm>
          <a:prstGeom prst="rect">
            <a:avLst/>
          </a:prstGeom>
          <a:noFill/>
        </p:spPr>
        <p:txBody>
          <a:bodyPr wrap="square">
            <a:spAutoFit/>
          </a:bodyPr>
          <a:lstStyle/>
          <a:p>
            <a:pPr>
              <a:spcAft>
                <a:spcPts val="800"/>
              </a:spcAft>
            </a:pPr>
            <a:r>
              <a:rPr sz="2200" b="0">
                <a:solidFill>
                  <a:srgbClr val="3A3F47"/>
                </a:solidFill>
                <a:latin typeface="Arial"/>
              </a:rPr>
              <a:t>This is what is really true. The model does not know it — it has to guess for each patient.</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C64B17F0-0FA9-455A-96D1-04710D0507F3}" type="slidenum">
              <a:rPr lang="en-US" sz="1200">
                <a:solidFill>
                  <a:srgbClr val="6B7280"/>
                </a:solidFill>
                <a:latin typeface="Arial"/>
              </a:rPr>
              <a:t>22</a:t>
            </a:fld>
            <a:endParaRPr lang="en-US" sz="1200">
              <a:solidFill>
                <a:srgbClr val="6B7280"/>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 first model says “healthy” to everyone</a:t>
            </a:r>
          </a:p>
        </p:txBody>
      </p:sp>
      <p:pic>
        <p:nvPicPr>
          <p:cNvPr id="4" name="Picture 3" descr="lazy.png"/>
          <p:cNvPicPr>
            <a:picLocks noChangeAspect="1"/>
          </p:cNvPicPr>
          <p:nvPr/>
        </p:nvPicPr>
        <p:blipFill>
          <a:blip r:embed="rId3"/>
          <a:stretch>
            <a:fillRect/>
          </a:stretch>
        </p:blipFill>
        <p:spPr>
          <a:xfrm>
            <a:off x="969264" y="1828800"/>
            <a:ext cx="14447520" cy="5993045"/>
          </a:xfrm>
          <a:prstGeom prst="rect">
            <a:avLst/>
          </a:prstGeom>
        </p:spPr>
      </p:pic>
      <p:sp>
        <p:nvSpPr>
          <p:cNvPr id="5" name="TextBox 4"/>
          <p:cNvSpPr txBox="1"/>
          <p:nvPr/>
        </p:nvSpPr>
        <p:spPr>
          <a:xfrm>
            <a:off x="969264" y="8001000"/>
            <a:ext cx="15361920" cy="548640"/>
          </a:xfrm>
          <a:prstGeom prst="rect">
            <a:avLst/>
          </a:prstGeom>
          <a:noFill/>
        </p:spPr>
        <p:txBody>
          <a:bodyPr wrap="square">
            <a:spAutoFit/>
          </a:bodyPr>
          <a:lstStyle/>
          <a:p>
            <a:pPr>
              <a:spcAft>
                <a:spcPts val="800"/>
              </a:spcAft>
            </a:pPr>
            <a:r>
              <a:rPr sz="2200" b="0">
                <a:solidFill>
                  <a:srgbClr val="3A3F47"/>
                </a:solidFill>
                <a:latin typeface="Arial"/>
              </a:rPr>
              <a:t>Right about the 90 grey dots. Wrong about the 10 orange dots. Right 90 times out of 100 — nobody found.</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E225A2A0-33AE-4CC6-9D27-EC489C7D8FA9}" type="slidenum">
              <a:rPr lang="en-US" sz="1200">
                <a:solidFill>
                  <a:srgbClr val="6B7280"/>
                </a:solidFill>
                <a:latin typeface="Arial"/>
              </a:rPr>
              <a:t>23</a:t>
            </a:fld>
            <a:endParaRPr lang="en-US" sz="1200">
              <a:solidFill>
                <a:srgbClr val="6B728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A better model says “sick” to 20 patients</a:t>
            </a:r>
          </a:p>
        </p:txBody>
      </p:sp>
      <p:pic>
        <p:nvPicPr>
          <p:cNvPr id="4" name="Picture 3" descr="alarms.png"/>
          <p:cNvPicPr>
            <a:picLocks noChangeAspect="1"/>
          </p:cNvPicPr>
          <p:nvPr/>
        </p:nvPicPr>
        <p:blipFill>
          <a:blip r:embed="rId3"/>
          <a:stretch>
            <a:fillRect/>
          </a:stretch>
        </p:blipFill>
        <p:spPr>
          <a:xfrm>
            <a:off x="969264" y="1828800"/>
            <a:ext cx="14447520" cy="5993045"/>
          </a:xfrm>
          <a:prstGeom prst="rect">
            <a:avLst/>
          </a:prstGeom>
        </p:spPr>
      </p:pic>
      <p:sp>
        <p:nvSpPr>
          <p:cNvPr id="5" name="TextBox 4"/>
          <p:cNvSpPr txBox="1"/>
          <p:nvPr/>
        </p:nvSpPr>
        <p:spPr>
          <a:xfrm>
            <a:off x="969264" y="8001000"/>
            <a:ext cx="15361920" cy="548640"/>
          </a:xfrm>
          <a:prstGeom prst="rect">
            <a:avLst/>
          </a:prstGeom>
          <a:noFill/>
        </p:spPr>
        <p:txBody>
          <a:bodyPr wrap="square">
            <a:spAutoFit/>
          </a:bodyPr>
          <a:lstStyle/>
          <a:p>
            <a:pPr>
              <a:spcAft>
                <a:spcPts val="800"/>
              </a:spcAft>
            </a:pPr>
            <a:r>
              <a:rPr sz="2200" b="0">
                <a:solidFill>
                  <a:srgbClr val="3A3F47"/>
                </a:solidFill>
                <a:latin typeface="Arial"/>
              </a:rPr>
              <a:t>It finds 8 of the sick patients.   It misses 2.   It raises 12 false alarms.</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88B05285-0881-480B-9412-8B2C9B050D88}" type="slidenum">
              <a:rPr lang="en-US" sz="1200">
                <a:solidFill>
                  <a:srgbClr val="6B7280"/>
                </a:solidFill>
                <a:latin typeface="Arial"/>
              </a:rPr>
              <a:t>24</a:t>
            </a:fld>
            <a:endParaRPr lang="en-US" sz="1200">
              <a:solidFill>
                <a:srgbClr val="6B7280"/>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 same picture as a table</a:t>
            </a:r>
          </a:p>
        </p:txBody>
      </p:sp>
      <p:sp>
        <p:nvSpPr>
          <p:cNvPr id="4" name="TextBox 3"/>
          <p:cNvSpPr txBox="1"/>
          <p:nvPr/>
        </p:nvSpPr>
        <p:spPr>
          <a:xfrm>
            <a:off x="3931920" y="2011680"/>
            <a:ext cx="3383280" cy="822960"/>
          </a:xfrm>
          <a:prstGeom prst="rect">
            <a:avLst/>
          </a:prstGeom>
          <a:noFill/>
        </p:spPr>
        <p:txBody>
          <a:bodyPr wrap="square">
            <a:spAutoFit/>
          </a:bodyPr>
          <a:lstStyle/>
          <a:p>
            <a:pPr algn="ctr">
              <a:spcAft>
                <a:spcPts val="800"/>
              </a:spcAft>
            </a:pPr>
            <a:r>
              <a:rPr sz="2200" b="0">
                <a:solidFill>
                  <a:srgbClr val="16181D"/>
                </a:solidFill>
                <a:latin typeface="Arial"/>
              </a:rPr>
              <a:t>Model says</a:t>
            </a:r>
          </a:p>
          <a:p>
            <a:pPr algn="ctr">
              <a:spcAft>
                <a:spcPts val="800"/>
              </a:spcAft>
            </a:pPr>
            <a:r>
              <a:rPr sz="2200" b="1">
                <a:solidFill>
                  <a:srgbClr val="16181D"/>
                </a:solidFill>
                <a:latin typeface="Arial"/>
              </a:rPr>
              <a:t>sick</a:t>
            </a:r>
          </a:p>
        </p:txBody>
      </p:sp>
      <p:sp>
        <p:nvSpPr>
          <p:cNvPr id="5" name="TextBox 4"/>
          <p:cNvSpPr txBox="1"/>
          <p:nvPr/>
        </p:nvSpPr>
        <p:spPr>
          <a:xfrm>
            <a:off x="7315200" y="2011680"/>
            <a:ext cx="3383280" cy="822960"/>
          </a:xfrm>
          <a:prstGeom prst="rect">
            <a:avLst/>
          </a:prstGeom>
          <a:noFill/>
        </p:spPr>
        <p:txBody>
          <a:bodyPr wrap="square">
            <a:spAutoFit/>
          </a:bodyPr>
          <a:lstStyle/>
          <a:p>
            <a:pPr algn="ctr">
              <a:spcAft>
                <a:spcPts val="800"/>
              </a:spcAft>
            </a:pPr>
            <a:r>
              <a:rPr sz="2200" b="0">
                <a:solidFill>
                  <a:srgbClr val="16181D"/>
                </a:solidFill>
                <a:latin typeface="Arial"/>
              </a:rPr>
              <a:t>Model says</a:t>
            </a:r>
          </a:p>
          <a:p>
            <a:pPr algn="ctr">
              <a:spcAft>
                <a:spcPts val="800"/>
              </a:spcAft>
            </a:pPr>
            <a:r>
              <a:rPr sz="2200" b="1">
                <a:solidFill>
                  <a:srgbClr val="16181D"/>
                </a:solidFill>
                <a:latin typeface="Arial"/>
              </a:rPr>
              <a:t>healthy</a:t>
            </a:r>
          </a:p>
        </p:txBody>
      </p:sp>
      <p:sp>
        <p:nvSpPr>
          <p:cNvPr id="6" name="TextBox 5"/>
          <p:cNvSpPr txBox="1"/>
          <p:nvPr/>
        </p:nvSpPr>
        <p:spPr>
          <a:xfrm>
            <a:off x="969264" y="3429000"/>
            <a:ext cx="2926080" cy="1097280"/>
          </a:xfrm>
          <a:prstGeom prst="rect">
            <a:avLst/>
          </a:prstGeom>
          <a:noFill/>
        </p:spPr>
        <p:txBody>
          <a:bodyPr wrap="square">
            <a:spAutoFit/>
          </a:bodyPr>
          <a:lstStyle/>
          <a:p>
            <a:pPr>
              <a:spcAft>
                <a:spcPts val="800"/>
              </a:spcAft>
            </a:pPr>
            <a:r>
              <a:rPr sz="2200" b="0" dirty="0">
                <a:solidFill>
                  <a:srgbClr val="16181D"/>
                </a:solidFill>
                <a:latin typeface="Arial"/>
              </a:rPr>
              <a:t>Really </a:t>
            </a:r>
            <a:r>
              <a:rPr sz="2200" b="1" dirty="0">
                <a:solidFill>
                  <a:srgbClr val="16181D"/>
                </a:solidFill>
                <a:latin typeface="Arial"/>
              </a:rPr>
              <a:t>sick</a:t>
            </a:r>
          </a:p>
          <a:p>
            <a:pPr>
              <a:spcAft>
                <a:spcPts val="800"/>
              </a:spcAft>
            </a:pPr>
            <a:r>
              <a:rPr sz="2200" b="0" dirty="0">
                <a:solidFill>
                  <a:srgbClr val="16181D"/>
                </a:solidFill>
                <a:latin typeface="Arial"/>
              </a:rPr>
              <a:t>10 patients</a:t>
            </a:r>
          </a:p>
        </p:txBody>
      </p:sp>
      <p:sp>
        <p:nvSpPr>
          <p:cNvPr id="7" name="TextBox 6"/>
          <p:cNvSpPr txBox="1"/>
          <p:nvPr/>
        </p:nvSpPr>
        <p:spPr>
          <a:xfrm>
            <a:off x="969264" y="5440680"/>
            <a:ext cx="2926080" cy="1097280"/>
          </a:xfrm>
          <a:prstGeom prst="rect">
            <a:avLst/>
          </a:prstGeom>
          <a:noFill/>
        </p:spPr>
        <p:txBody>
          <a:bodyPr wrap="square">
            <a:spAutoFit/>
          </a:bodyPr>
          <a:lstStyle/>
          <a:p>
            <a:pPr>
              <a:spcAft>
                <a:spcPts val="800"/>
              </a:spcAft>
            </a:pPr>
            <a:r>
              <a:rPr sz="2200" b="0">
                <a:solidFill>
                  <a:srgbClr val="16181D"/>
                </a:solidFill>
                <a:latin typeface="Arial"/>
              </a:rPr>
              <a:t>Really </a:t>
            </a:r>
            <a:r>
              <a:rPr sz="2200" b="1">
                <a:solidFill>
                  <a:srgbClr val="16181D"/>
                </a:solidFill>
                <a:latin typeface="Arial"/>
              </a:rPr>
              <a:t>healthy</a:t>
            </a:r>
          </a:p>
          <a:p>
            <a:pPr>
              <a:spcAft>
                <a:spcPts val="800"/>
              </a:spcAft>
            </a:pPr>
            <a:r>
              <a:rPr sz="2200" b="0">
                <a:solidFill>
                  <a:srgbClr val="16181D"/>
                </a:solidFill>
                <a:latin typeface="Arial"/>
              </a:rPr>
              <a:t>90 patients</a:t>
            </a:r>
          </a:p>
        </p:txBody>
      </p:sp>
      <p:sp>
        <p:nvSpPr>
          <p:cNvPr id="8" name="Rectangle 7"/>
          <p:cNvSpPr/>
          <p:nvPr/>
        </p:nvSpPr>
        <p:spPr>
          <a:xfrm>
            <a:off x="3931920" y="3063240"/>
            <a:ext cx="3383280" cy="2011680"/>
          </a:xfrm>
          <a:prstGeom prst="rect">
            <a:avLst/>
          </a:prstGeom>
          <a:solidFill>
            <a:srgbClr val="DDF1E5"/>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31920" y="3172968"/>
            <a:ext cx="3383280" cy="914400"/>
          </a:xfrm>
          <a:prstGeom prst="rect">
            <a:avLst/>
          </a:prstGeom>
          <a:noFill/>
        </p:spPr>
        <p:txBody>
          <a:bodyPr wrap="square">
            <a:spAutoFit/>
          </a:bodyPr>
          <a:lstStyle/>
          <a:p>
            <a:pPr algn="ctr">
              <a:spcAft>
                <a:spcPts val="800"/>
              </a:spcAft>
            </a:pPr>
            <a:r>
              <a:rPr sz="4800" b="1">
                <a:solidFill>
                  <a:srgbClr val="16181D"/>
                </a:solidFill>
                <a:latin typeface="Arial"/>
              </a:rPr>
              <a:t>8</a:t>
            </a:r>
          </a:p>
        </p:txBody>
      </p:sp>
      <p:sp>
        <p:nvSpPr>
          <p:cNvPr id="10" name="TextBox 9"/>
          <p:cNvSpPr txBox="1"/>
          <p:nvPr/>
        </p:nvSpPr>
        <p:spPr>
          <a:xfrm>
            <a:off x="3931920" y="4023360"/>
            <a:ext cx="3383280" cy="457200"/>
          </a:xfrm>
          <a:prstGeom prst="rect">
            <a:avLst/>
          </a:prstGeom>
          <a:noFill/>
        </p:spPr>
        <p:txBody>
          <a:bodyPr wrap="square">
            <a:spAutoFit/>
          </a:bodyPr>
          <a:lstStyle/>
          <a:p>
            <a:pPr algn="ctr">
              <a:spcAft>
                <a:spcPts val="800"/>
              </a:spcAft>
            </a:pPr>
            <a:r>
              <a:rPr sz="2200" b="1">
                <a:solidFill>
                  <a:srgbClr val="16181D"/>
                </a:solidFill>
                <a:latin typeface="Arial"/>
              </a:rPr>
              <a:t>found</a:t>
            </a:r>
          </a:p>
        </p:txBody>
      </p:sp>
      <p:sp>
        <p:nvSpPr>
          <p:cNvPr id="11" name="TextBox 10"/>
          <p:cNvSpPr txBox="1"/>
          <p:nvPr/>
        </p:nvSpPr>
        <p:spPr>
          <a:xfrm>
            <a:off x="3931920" y="4480560"/>
            <a:ext cx="3383280" cy="457200"/>
          </a:xfrm>
          <a:prstGeom prst="rect">
            <a:avLst/>
          </a:prstGeom>
          <a:noFill/>
        </p:spPr>
        <p:txBody>
          <a:bodyPr wrap="square">
            <a:spAutoFit/>
          </a:bodyPr>
          <a:lstStyle/>
          <a:p>
            <a:pPr algn="ctr">
              <a:spcAft>
                <a:spcPts val="800"/>
              </a:spcAft>
            </a:pPr>
            <a:r>
              <a:rPr sz="1700" b="0">
                <a:solidFill>
                  <a:srgbClr val="6B7280"/>
                </a:solidFill>
                <a:latin typeface="Arial"/>
              </a:rPr>
              <a:t>true positive</a:t>
            </a:r>
          </a:p>
        </p:txBody>
      </p:sp>
      <p:sp>
        <p:nvSpPr>
          <p:cNvPr id="12" name="Rectangle 11"/>
          <p:cNvSpPr/>
          <p:nvPr/>
        </p:nvSpPr>
        <p:spPr>
          <a:xfrm>
            <a:off x="7315200" y="3063240"/>
            <a:ext cx="3383280" cy="2011680"/>
          </a:xfrm>
          <a:prstGeom prst="rect">
            <a:avLst/>
          </a:prstGeom>
          <a:solidFill>
            <a:srgbClr val="FBE1D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0" y="3172968"/>
            <a:ext cx="3383280" cy="914400"/>
          </a:xfrm>
          <a:prstGeom prst="rect">
            <a:avLst/>
          </a:prstGeom>
          <a:noFill/>
        </p:spPr>
        <p:txBody>
          <a:bodyPr wrap="square">
            <a:spAutoFit/>
          </a:bodyPr>
          <a:lstStyle/>
          <a:p>
            <a:pPr algn="ctr">
              <a:spcAft>
                <a:spcPts val="800"/>
              </a:spcAft>
            </a:pPr>
            <a:r>
              <a:rPr sz="4800" b="1">
                <a:solidFill>
                  <a:srgbClr val="16181D"/>
                </a:solidFill>
                <a:latin typeface="Arial"/>
              </a:rPr>
              <a:t>2</a:t>
            </a:r>
          </a:p>
        </p:txBody>
      </p:sp>
      <p:sp>
        <p:nvSpPr>
          <p:cNvPr id="14" name="TextBox 13"/>
          <p:cNvSpPr txBox="1"/>
          <p:nvPr/>
        </p:nvSpPr>
        <p:spPr>
          <a:xfrm>
            <a:off x="7315200" y="4023360"/>
            <a:ext cx="3383280" cy="457200"/>
          </a:xfrm>
          <a:prstGeom prst="rect">
            <a:avLst/>
          </a:prstGeom>
          <a:noFill/>
        </p:spPr>
        <p:txBody>
          <a:bodyPr wrap="square">
            <a:spAutoFit/>
          </a:bodyPr>
          <a:lstStyle/>
          <a:p>
            <a:pPr algn="ctr">
              <a:spcAft>
                <a:spcPts val="800"/>
              </a:spcAft>
            </a:pPr>
            <a:r>
              <a:rPr sz="2200" b="1">
                <a:solidFill>
                  <a:srgbClr val="16181D"/>
                </a:solidFill>
                <a:latin typeface="Arial"/>
              </a:rPr>
              <a:t>missed</a:t>
            </a:r>
          </a:p>
        </p:txBody>
      </p:sp>
      <p:sp>
        <p:nvSpPr>
          <p:cNvPr id="15" name="TextBox 14"/>
          <p:cNvSpPr txBox="1"/>
          <p:nvPr/>
        </p:nvSpPr>
        <p:spPr>
          <a:xfrm>
            <a:off x="7315200" y="4480560"/>
            <a:ext cx="3383280" cy="457200"/>
          </a:xfrm>
          <a:prstGeom prst="rect">
            <a:avLst/>
          </a:prstGeom>
          <a:noFill/>
        </p:spPr>
        <p:txBody>
          <a:bodyPr wrap="square">
            <a:spAutoFit/>
          </a:bodyPr>
          <a:lstStyle/>
          <a:p>
            <a:pPr algn="ctr">
              <a:spcAft>
                <a:spcPts val="800"/>
              </a:spcAft>
            </a:pPr>
            <a:r>
              <a:rPr sz="1700" b="0">
                <a:solidFill>
                  <a:srgbClr val="6B7280"/>
                </a:solidFill>
                <a:latin typeface="Arial"/>
              </a:rPr>
              <a:t>false negative</a:t>
            </a:r>
          </a:p>
        </p:txBody>
      </p:sp>
      <p:sp>
        <p:nvSpPr>
          <p:cNvPr id="16" name="Rectangle 15"/>
          <p:cNvSpPr/>
          <p:nvPr/>
        </p:nvSpPr>
        <p:spPr>
          <a:xfrm>
            <a:off x="3931920" y="5074920"/>
            <a:ext cx="3383280" cy="2011680"/>
          </a:xfrm>
          <a:prstGeom prst="rect">
            <a:avLst/>
          </a:prstGeom>
          <a:solidFill>
            <a:srgbClr val="FBE1D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0" y="5184648"/>
            <a:ext cx="3383280" cy="914400"/>
          </a:xfrm>
          <a:prstGeom prst="rect">
            <a:avLst/>
          </a:prstGeom>
          <a:noFill/>
        </p:spPr>
        <p:txBody>
          <a:bodyPr wrap="square">
            <a:spAutoFit/>
          </a:bodyPr>
          <a:lstStyle/>
          <a:p>
            <a:pPr algn="ctr">
              <a:spcAft>
                <a:spcPts val="800"/>
              </a:spcAft>
            </a:pPr>
            <a:r>
              <a:rPr sz="4800" b="1">
                <a:solidFill>
                  <a:srgbClr val="16181D"/>
                </a:solidFill>
                <a:latin typeface="Arial"/>
              </a:rPr>
              <a:t>12</a:t>
            </a:r>
          </a:p>
        </p:txBody>
      </p:sp>
      <p:sp>
        <p:nvSpPr>
          <p:cNvPr id="18" name="TextBox 17"/>
          <p:cNvSpPr txBox="1"/>
          <p:nvPr/>
        </p:nvSpPr>
        <p:spPr>
          <a:xfrm>
            <a:off x="3931920" y="6035040"/>
            <a:ext cx="3383280" cy="457200"/>
          </a:xfrm>
          <a:prstGeom prst="rect">
            <a:avLst/>
          </a:prstGeom>
          <a:noFill/>
        </p:spPr>
        <p:txBody>
          <a:bodyPr wrap="square">
            <a:spAutoFit/>
          </a:bodyPr>
          <a:lstStyle/>
          <a:p>
            <a:pPr algn="ctr">
              <a:spcAft>
                <a:spcPts val="800"/>
              </a:spcAft>
            </a:pPr>
            <a:r>
              <a:rPr sz="2200" b="1">
                <a:solidFill>
                  <a:srgbClr val="16181D"/>
                </a:solidFill>
                <a:latin typeface="Arial"/>
              </a:rPr>
              <a:t>false alarm</a:t>
            </a:r>
          </a:p>
        </p:txBody>
      </p:sp>
      <p:sp>
        <p:nvSpPr>
          <p:cNvPr id="19" name="TextBox 18"/>
          <p:cNvSpPr txBox="1"/>
          <p:nvPr/>
        </p:nvSpPr>
        <p:spPr>
          <a:xfrm>
            <a:off x="3931920" y="6492240"/>
            <a:ext cx="3383280" cy="457200"/>
          </a:xfrm>
          <a:prstGeom prst="rect">
            <a:avLst/>
          </a:prstGeom>
          <a:noFill/>
        </p:spPr>
        <p:txBody>
          <a:bodyPr wrap="square">
            <a:spAutoFit/>
          </a:bodyPr>
          <a:lstStyle/>
          <a:p>
            <a:pPr algn="ctr">
              <a:spcAft>
                <a:spcPts val="800"/>
              </a:spcAft>
            </a:pPr>
            <a:r>
              <a:rPr sz="1700" b="0">
                <a:solidFill>
                  <a:srgbClr val="6B7280"/>
                </a:solidFill>
                <a:latin typeface="Arial"/>
              </a:rPr>
              <a:t>false positive</a:t>
            </a:r>
          </a:p>
        </p:txBody>
      </p:sp>
      <p:sp>
        <p:nvSpPr>
          <p:cNvPr id="20" name="Rectangle 19"/>
          <p:cNvSpPr/>
          <p:nvPr/>
        </p:nvSpPr>
        <p:spPr>
          <a:xfrm>
            <a:off x="7315200" y="5074920"/>
            <a:ext cx="3383280" cy="2011680"/>
          </a:xfrm>
          <a:prstGeom prst="rect">
            <a:avLst/>
          </a:prstGeom>
          <a:solidFill>
            <a:srgbClr val="DDF1E5"/>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0" y="5184648"/>
            <a:ext cx="3383280" cy="914400"/>
          </a:xfrm>
          <a:prstGeom prst="rect">
            <a:avLst/>
          </a:prstGeom>
          <a:noFill/>
        </p:spPr>
        <p:txBody>
          <a:bodyPr wrap="square">
            <a:spAutoFit/>
          </a:bodyPr>
          <a:lstStyle/>
          <a:p>
            <a:pPr algn="ctr">
              <a:spcAft>
                <a:spcPts val="800"/>
              </a:spcAft>
            </a:pPr>
            <a:r>
              <a:rPr sz="4800" b="1">
                <a:solidFill>
                  <a:srgbClr val="16181D"/>
                </a:solidFill>
                <a:latin typeface="Arial"/>
              </a:rPr>
              <a:t>78</a:t>
            </a:r>
          </a:p>
        </p:txBody>
      </p:sp>
      <p:sp>
        <p:nvSpPr>
          <p:cNvPr id="22" name="TextBox 21"/>
          <p:cNvSpPr txBox="1"/>
          <p:nvPr/>
        </p:nvSpPr>
        <p:spPr>
          <a:xfrm>
            <a:off x="7315200" y="6035040"/>
            <a:ext cx="3383280" cy="457200"/>
          </a:xfrm>
          <a:prstGeom prst="rect">
            <a:avLst/>
          </a:prstGeom>
          <a:noFill/>
        </p:spPr>
        <p:txBody>
          <a:bodyPr wrap="square">
            <a:spAutoFit/>
          </a:bodyPr>
          <a:lstStyle/>
          <a:p>
            <a:pPr algn="ctr">
              <a:spcAft>
                <a:spcPts val="800"/>
              </a:spcAft>
            </a:pPr>
            <a:r>
              <a:rPr sz="2200" b="1">
                <a:solidFill>
                  <a:srgbClr val="16181D"/>
                </a:solidFill>
                <a:latin typeface="Arial"/>
              </a:rPr>
              <a:t>left alone</a:t>
            </a:r>
          </a:p>
        </p:txBody>
      </p:sp>
      <p:sp>
        <p:nvSpPr>
          <p:cNvPr id="23" name="TextBox 22"/>
          <p:cNvSpPr txBox="1"/>
          <p:nvPr/>
        </p:nvSpPr>
        <p:spPr>
          <a:xfrm>
            <a:off x="7315200" y="6492240"/>
            <a:ext cx="3383280" cy="457200"/>
          </a:xfrm>
          <a:prstGeom prst="rect">
            <a:avLst/>
          </a:prstGeom>
          <a:noFill/>
        </p:spPr>
        <p:txBody>
          <a:bodyPr wrap="square">
            <a:spAutoFit/>
          </a:bodyPr>
          <a:lstStyle/>
          <a:p>
            <a:pPr algn="ctr">
              <a:spcAft>
                <a:spcPts val="800"/>
              </a:spcAft>
            </a:pPr>
            <a:r>
              <a:rPr sz="1700" b="0">
                <a:solidFill>
                  <a:srgbClr val="6B7280"/>
                </a:solidFill>
                <a:latin typeface="Arial"/>
              </a:rPr>
              <a:t>true negative</a:t>
            </a:r>
          </a:p>
        </p:txBody>
      </p:sp>
      <p:sp>
        <p:nvSpPr>
          <p:cNvPr id="24" name="TextBox 23"/>
          <p:cNvSpPr txBox="1"/>
          <p:nvPr/>
        </p:nvSpPr>
        <p:spPr>
          <a:xfrm>
            <a:off x="11247120" y="3017520"/>
            <a:ext cx="5120640" cy="4206240"/>
          </a:xfrm>
          <a:prstGeom prst="rect">
            <a:avLst/>
          </a:prstGeom>
          <a:noFill/>
        </p:spPr>
        <p:txBody>
          <a:bodyPr wrap="square">
            <a:spAutoFit/>
          </a:bodyPr>
          <a:lstStyle/>
          <a:p>
            <a:pPr>
              <a:spcAft>
                <a:spcPts val="800"/>
              </a:spcAft>
            </a:pPr>
            <a:r>
              <a:rPr sz="2600" b="0">
                <a:solidFill>
                  <a:srgbClr val="16181D"/>
                </a:solidFill>
                <a:latin typeface="Arial"/>
              </a:rPr>
              <a:t>This table is called a </a:t>
            </a:r>
            <a:r>
              <a:rPr sz="2600" b="1">
                <a:solidFill>
                  <a:srgbClr val="16181D"/>
                </a:solidFill>
                <a:latin typeface="Arial"/>
              </a:rPr>
              <a:t>confusion matrix</a:t>
            </a:r>
            <a:r>
              <a:rPr sz="2600" b="0">
                <a:solidFill>
                  <a:srgbClr val="16181D"/>
                </a:solidFill>
                <a:latin typeface="Arial"/>
              </a:rPr>
              <a:t>.</a:t>
            </a:r>
          </a:p>
          <a:p>
            <a:pPr>
              <a:spcAft>
                <a:spcPts val="800"/>
              </a:spcAft>
            </a:pPr>
            <a:r>
              <a:rPr sz="2600" b="1">
                <a:solidFill>
                  <a:srgbClr val="16181D"/>
                </a:solidFill>
                <a:latin typeface="Arial"/>
              </a:rPr>
              <a:t>Green</a:t>
            </a:r>
            <a:r>
              <a:rPr sz="2600" b="0">
                <a:solidFill>
                  <a:srgbClr val="16181D"/>
                </a:solidFill>
                <a:latin typeface="Arial"/>
              </a:rPr>
              <a:t> — right</a:t>
            </a:r>
          </a:p>
          <a:p>
            <a:pPr>
              <a:spcAft>
                <a:spcPts val="800"/>
              </a:spcAft>
            </a:pPr>
            <a:r>
              <a:rPr sz="2600" b="1">
                <a:solidFill>
                  <a:srgbClr val="16181D"/>
                </a:solidFill>
                <a:latin typeface="Arial"/>
              </a:rPr>
              <a:t>Red</a:t>
            </a:r>
            <a:r>
              <a:rPr sz="2600" b="0">
                <a:solidFill>
                  <a:srgbClr val="16181D"/>
                </a:solidFill>
                <a:latin typeface="Arial"/>
              </a:rPr>
              <a:t> — wrong</a:t>
            </a:r>
          </a:p>
          <a:p>
            <a:pPr>
              <a:spcAft>
                <a:spcPts val="800"/>
              </a:spcAft>
            </a:pPr>
            <a:r>
              <a:rPr sz="2600" b="0">
                <a:solidFill>
                  <a:srgbClr val="16181D"/>
                </a:solidFill>
                <a:latin typeface="Arial"/>
              </a:rPr>
              <a:t>The small grey words are the official names.</a:t>
            </a:r>
          </a:p>
        </p:txBody>
      </p:sp>
      <p:sp>
        <p:nvSpPr>
          <p:cNvPr id="25" name="TextBox 2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26" name="TextBox 25"/>
          <p:cNvSpPr txBox="1"/>
          <p:nvPr/>
        </p:nvSpPr>
        <p:spPr>
          <a:xfrm>
            <a:off x="15636240" y="9098280"/>
            <a:ext cx="1097280" cy="365760"/>
          </a:xfrm>
          <a:prstGeom prst="rect">
            <a:avLst/>
          </a:prstGeom>
          <a:noFill/>
        </p:spPr>
        <p:txBody>
          <a:bodyPr wrap="none">
            <a:spAutoFit/>
          </a:bodyPr>
          <a:lstStyle/>
          <a:p>
            <a:pPr algn="r"/>
            <a:fld id="{CA35C2C1-DEEF-4692-B5B2-9A717A8A59A3}" type="slidenum">
              <a:rPr lang="en-US" sz="1200">
                <a:solidFill>
                  <a:srgbClr val="6B7280"/>
                </a:solidFill>
                <a:latin typeface="Arial"/>
              </a:rPr>
              <a:t>25</a:t>
            </a:fld>
            <a:endParaRPr lang="en-US" sz="1200">
              <a:solidFill>
                <a:srgbClr val="6B728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C2D86C0-DCDE-D009-F607-442B09044A5B}"/>
              </a:ext>
            </a:extLst>
          </p:cNvPr>
          <p:cNvSpPr>
            <a:spLocks noGrp="1"/>
          </p:cNvSpPr>
          <p:nvPr>
            <p:ph type="ftr" sz="quarter" idx="11"/>
          </p:nvPr>
        </p:nvSpPr>
        <p:spPr/>
        <p:txBody>
          <a:bodyPr/>
          <a:lstStyle/>
          <a:p>
            <a:r>
              <a:rPr lang="nb-NO"/>
              <a:t>Introduction to A.I - Umair M.I</a:t>
            </a:r>
          </a:p>
        </p:txBody>
      </p:sp>
      <p:sp>
        <p:nvSpPr>
          <p:cNvPr id="3" name="TextBox 2">
            <a:extLst>
              <a:ext uri="{FF2B5EF4-FFF2-40B4-BE49-F238E27FC236}">
                <a16:creationId xmlns:a16="http://schemas.microsoft.com/office/drawing/2014/main" id="{027EFEC3-856C-A56E-7738-16867F6EDC8B}"/>
              </a:ext>
            </a:extLst>
          </p:cNvPr>
          <p:cNvSpPr txBox="1"/>
          <p:nvPr/>
        </p:nvSpPr>
        <p:spPr>
          <a:xfrm>
            <a:off x="3877056" y="4106565"/>
            <a:ext cx="10104119" cy="769441"/>
          </a:xfrm>
          <a:prstGeom prst="rect">
            <a:avLst/>
          </a:prstGeom>
          <a:noFill/>
        </p:spPr>
        <p:txBody>
          <a:bodyPr wrap="square">
            <a:spAutoFit/>
          </a:bodyPr>
          <a:lstStyle/>
          <a:p>
            <a:r>
              <a:rPr lang="nb-NO" sz="4400" b="1" dirty="0" err="1">
                <a:solidFill>
                  <a:srgbClr val="16181D"/>
                </a:solidFill>
                <a:latin typeface="Arial"/>
              </a:rPr>
              <a:t>Two</a:t>
            </a:r>
            <a:r>
              <a:rPr lang="nb-NO" sz="4400" b="1" dirty="0">
                <a:solidFill>
                  <a:srgbClr val="16181D"/>
                </a:solidFill>
                <a:latin typeface="Arial"/>
              </a:rPr>
              <a:t> </a:t>
            </a:r>
            <a:r>
              <a:rPr lang="nb-NO" sz="4400" b="1" dirty="0" err="1">
                <a:solidFill>
                  <a:srgbClr val="16181D"/>
                </a:solidFill>
                <a:latin typeface="Arial"/>
              </a:rPr>
              <a:t>concepts</a:t>
            </a:r>
            <a:r>
              <a:rPr lang="nb-NO" sz="4400" b="1" dirty="0">
                <a:solidFill>
                  <a:srgbClr val="16181D"/>
                </a:solidFill>
                <a:latin typeface="Arial"/>
              </a:rPr>
              <a:t>: </a:t>
            </a:r>
            <a:r>
              <a:rPr lang="nb-NO" sz="4400" b="1" dirty="0" err="1">
                <a:solidFill>
                  <a:srgbClr val="16181D"/>
                </a:solidFill>
                <a:latin typeface="Arial"/>
              </a:rPr>
              <a:t>Recall</a:t>
            </a:r>
            <a:r>
              <a:rPr lang="nb-NO" sz="4400" b="1" dirty="0">
                <a:solidFill>
                  <a:srgbClr val="16181D"/>
                </a:solidFill>
                <a:latin typeface="Arial"/>
              </a:rPr>
              <a:t> and Precision</a:t>
            </a:r>
            <a:endParaRPr sz="4400" b="1" dirty="0">
              <a:solidFill>
                <a:srgbClr val="16181D"/>
              </a:solidFill>
              <a:latin typeface="Arial"/>
            </a:endParaRPr>
          </a:p>
        </p:txBody>
      </p:sp>
    </p:spTree>
    <p:extLst>
      <p:ext uri="{BB962C8B-B14F-4D97-AF65-F5344CB8AC3E}">
        <p14:creationId xmlns:p14="http://schemas.microsoft.com/office/powerpoint/2010/main" val="1380600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13817" y="113363"/>
            <a:ext cx="15371063" cy="1446550"/>
          </a:xfrm>
          <a:prstGeom prst="rect">
            <a:avLst/>
          </a:prstGeom>
          <a:noFill/>
        </p:spPr>
        <p:txBody>
          <a:bodyPr wrap="square">
            <a:spAutoFit/>
          </a:bodyPr>
          <a:lstStyle/>
          <a:p>
            <a:r>
              <a:rPr sz="4400" b="1" dirty="0">
                <a:solidFill>
                  <a:srgbClr val="16181D"/>
                </a:solidFill>
                <a:latin typeface="Arial"/>
              </a:rPr>
              <a:t>Recall: </a:t>
            </a:r>
            <a:r>
              <a:rPr lang="nb-NO" sz="4400" b="1" dirty="0">
                <a:solidFill>
                  <a:srgbClr val="16181D"/>
                </a:solidFill>
                <a:latin typeface="Arial"/>
              </a:rPr>
              <a:t>D</a:t>
            </a:r>
            <a:r>
              <a:rPr sz="4400" b="1" dirty="0">
                <a:solidFill>
                  <a:srgbClr val="16181D"/>
                </a:solidFill>
                <a:latin typeface="Arial"/>
              </a:rPr>
              <a:t>id we find them ?</a:t>
            </a:r>
            <a:endParaRPr lang="nb-NO" sz="4400" b="1" dirty="0">
              <a:solidFill>
                <a:srgbClr val="16181D"/>
              </a:solidFill>
              <a:latin typeface="Arial"/>
            </a:endParaRPr>
          </a:p>
          <a:p>
            <a:r>
              <a:rPr lang="en-US" sz="4400" b="1" dirty="0"/>
              <a:t>It looks only at the patients who really are sick.</a:t>
            </a:r>
          </a:p>
        </p:txBody>
      </p:sp>
      <p:sp>
        <p:nvSpPr>
          <p:cNvPr id="4" name="TextBox 3"/>
          <p:cNvSpPr txBox="1"/>
          <p:nvPr/>
        </p:nvSpPr>
        <p:spPr>
          <a:xfrm>
            <a:off x="969264" y="2057400"/>
            <a:ext cx="15371063" cy="4980851"/>
          </a:xfrm>
          <a:prstGeom prst="rect">
            <a:avLst/>
          </a:prstGeom>
          <a:noFill/>
        </p:spPr>
        <p:txBody>
          <a:bodyPr wrap="square">
            <a:spAutoFit/>
          </a:bodyPr>
          <a:lstStyle/>
          <a:p>
            <a:pPr>
              <a:spcAft>
                <a:spcPts val="1400"/>
              </a:spcAft>
            </a:pPr>
            <a:r>
              <a:rPr sz="3200" b="0" dirty="0">
                <a:solidFill>
                  <a:srgbClr val="16181D"/>
                </a:solidFill>
                <a:latin typeface="Arial"/>
              </a:rPr>
              <a:t>▪   </a:t>
            </a:r>
            <a:r>
              <a:rPr sz="3200" b="1" dirty="0">
                <a:solidFill>
                  <a:srgbClr val="16181D"/>
                </a:solidFill>
                <a:latin typeface="Arial"/>
              </a:rPr>
              <a:t>Of the sick patients, how many did the model find ?</a:t>
            </a:r>
          </a:p>
          <a:p>
            <a:pPr>
              <a:spcAft>
                <a:spcPts val="600"/>
              </a:spcAft>
            </a:pPr>
            <a:endParaRPr sz="3200" b="1" dirty="0">
              <a:solidFill>
                <a:srgbClr val="16181D"/>
              </a:solidFill>
              <a:latin typeface="Arial"/>
            </a:endParaRPr>
          </a:p>
          <a:p>
            <a:pPr>
              <a:spcAft>
                <a:spcPts val="1400"/>
              </a:spcAft>
            </a:pPr>
            <a:r>
              <a:rPr sz="3200" b="0" dirty="0">
                <a:solidFill>
                  <a:srgbClr val="16181D"/>
                </a:solidFill>
                <a:latin typeface="Arial"/>
              </a:rPr>
              <a:t>▪   10 are sick.   The model found 8.</a:t>
            </a:r>
          </a:p>
          <a:p>
            <a:pPr>
              <a:spcAft>
                <a:spcPts val="600"/>
              </a:spcAft>
            </a:pPr>
            <a:endParaRPr sz="3200" b="0" dirty="0">
              <a:solidFill>
                <a:srgbClr val="16181D"/>
              </a:solidFill>
              <a:latin typeface="Arial"/>
            </a:endParaRPr>
          </a:p>
          <a:p>
            <a:pPr>
              <a:spcAft>
                <a:spcPts val="1400"/>
              </a:spcAft>
            </a:pPr>
            <a:r>
              <a:rPr sz="3200" b="0" dirty="0">
                <a:solidFill>
                  <a:srgbClr val="16181D"/>
                </a:solidFill>
                <a:latin typeface="Arial"/>
              </a:rPr>
              <a:t>▪   Recall   =   8 out of 10   =   </a:t>
            </a:r>
            <a:r>
              <a:rPr sz="3200" b="1" dirty="0">
                <a:solidFill>
                  <a:srgbClr val="16181D"/>
                </a:solidFill>
                <a:latin typeface="Arial"/>
              </a:rPr>
              <a:t>80 %</a:t>
            </a:r>
          </a:p>
          <a:p>
            <a:pPr>
              <a:spcAft>
                <a:spcPts val="600"/>
              </a:spcAft>
            </a:pPr>
            <a:endParaRPr sz="3200" b="1" dirty="0">
              <a:solidFill>
                <a:srgbClr val="16181D"/>
              </a:solidFill>
              <a:latin typeface="Arial"/>
            </a:endParaRPr>
          </a:p>
          <a:p>
            <a:pPr>
              <a:spcAft>
                <a:spcPts val="1400"/>
              </a:spcAft>
            </a:pPr>
            <a:r>
              <a:rPr sz="3200" b="0" dirty="0">
                <a:solidFill>
                  <a:srgbClr val="16181D"/>
                </a:solidFill>
                <a:latin typeface="Arial"/>
              </a:rPr>
              <a:t>▪ </a:t>
            </a:r>
            <a:r>
              <a:rPr lang="en-US" sz="3200" dirty="0"/>
              <a:t>Low recall means many missed cases</a:t>
            </a:r>
          </a:p>
          <a:p>
            <a:pPr>
              <a:spcAft>
                <a:spcPts val="1400"/>
              </a:spcAft>
            </a:pPr>
            <a:r>
              <a:rPr lang="nb-NO" sz="3200" b="0" dirty="0">
                <a:solidFill>
                  <a:srgbClr val="16181D"/>
                </a:solidFill>
                <a:latin typeface="Arial"/>
              </a:rPr>
              <a:t>- </a:t>
            </a:r>
            <a:r>
              <a:rPr sz="3200" b="0" dirty="0">
                <a:solidFill>
                  <a:srgbClr val="16181D"/>
                </a:solidFill>
                <a:latin typeface="Arial"/>
              </a:rPr>
              <a:t>The model that says “healthy” to everyone:   0 out of 10   =   </a:t>
            </a:r>
            <a:r>
              <a:rPr sz="3200" b="1" dirty="0">
                <a:solidFill>
                  <a:srgbClr val="16181D"/>
                </a:solidFill>
                <a:latin typeface="Arial"/>
              </a:rPr>
              <a:t>0 %</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Low recall = many missed cases.          Formula: TP / (TP + FN)</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85C2DF92-F9EC-4FEC-A5FC-857C056E6924}" type="slidenum">
              <a:rPr lang="en-US" sz="1200">
                <a:solidFill>
                  <a:srgbClr val="6B7280"/>
                </a:solidFill>
                <a:latin typeface="Arial"/>
              </a:rPr>
              <a:t>27</a:t>
            </a:fld>
            <a:endParaRPr lang="en-US" sz="1200">
              <a:solidFill>
                <a:srgbClr val="6B728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Precision: can we trust the alarm ?</a:t>
            </a:r>
          </a:p>
        </p:txBody>
      </p:sp>
      <p:sp>
        <p:nvSpPr>
          <p:cNvPr id="4" name="TextBox 3"/>
          <p:cNvSpPr txBox="1"/>
          <p:nvPr/>
        </p:nvSpPr>
        <p:spPr>
          <a:xfrm>
            <a:off x="1160145" y="2144268"/>
            <a:ext cx="15371063" cy="6446520"/>
          </a:xfrm>
          <a:prstGeom prst="rect">
            <a:avLst/>
          </a:prstGeom>
          <a:noFill/>
        </p:spPr>
        <p:txBody>
          <a:bodyPr wrap="square">
            <a:spAutoFit/>
          </a:bodyPr>
          <a:lstStyle/>
          <a:p>
            <a:pPr>
              <a:spcAft>
                <a:spcPts val="1400"/>
              </a:spcAft>
            </a:pPr>
            <a:r>
              <a:rPr sz="3200" b="0" dirty="0">
                <a:solidFill>
                  <a:srgbClr val="16181D"/>
                </a:solidFill>
                <a:latin typeface="Arial"/>
              </a:rPr>
              <a:t>▪   </a:t>
            </a:r>
            <a:r>
              <a:rPr sz="3200" b="1" dirty="0">
                <a:solidFill>
                  <a:srgbClr val="16181D"/>
                </a:solidFill>
                <a:latin typeface="Arial"/>
              </a:rPr>
              <a:t>When the model says “sick”, how often is it right ?</a:t>
            </a:r>
          </a:p>
          <a:p>
            <a:pPr>
              <a:spcAft>
                <a:spcPts val="600"/>
              </a:spcAft>
            </a:pPr>
            <a:endParaRPr sz="3200" b="1" dirty="0">
              <a:solidFill>
                <a:srgbClr val="16181D"/>
              </a:solidFill>
              <a:latin typeface="Arial"/>
            </a:endParaRPr>
          </a:p>
          <a:p>
            <a:pPr>
              <a:spcAft>
                <a:spcPts val="1400"/>
              </a:spcAft>
            </a:pPr>
            <a:r>
              <a:rPr sz="3200" b="0" dirty="0">
                <a:solidFill>
                  <a:srgbClr val="16181D"/>
                </a:solidFill>
                <a:latin typeface="Arial"/>
              </a:rPr>
              <a:t>▪   The model said “sick” 20 times.   8 really were sick.</a:t>
            </a:r>
          </a:p>
          <a:p>
            <a:pPr>
              <a:spcAft>
                <a:spcPts val="600"/>
              </a:spcAft>
            </a:pPr>
            <a:endParaRPr sz="3200" b="0" dirty="0">
              <a:solidFill>
                <a:srgbClr val="16181D"/>
              </a:solidFill>
              <a:latin typeface="Arial"/>
            </a:endParaRPr>
          </a:p>
          <a:p>
            <a:pPr>
              <a:spcAft>
                <a:spcPts val="1400"/>
              </a:spcAft>
            </a:pPr>
            <a:r>
              <a:rPr sz="3200" b="0" dirty="0">
                <a:solidFill>
                  <a:srgbClr val="16181D"/>
                </a:solidFill>
                <a:latin typeface="Arial"/>
              </a:rPr>
              <a:t>▪   Precision   =   8 out of 20   =   </a:t>
            </a:r>
            <a:r>
              <a:rPr sz="3200" b="1" dirty="0">
                <a:solidFill>
                  <a:srgbClr val="16181D"/>
                </a:solidFill>
                <a:latin typeface="Arial"/>
              </a:rPr>
              <a:t>40 %</a:t>
            </a:r>
          </a:p>
          <a:p>
            <a:pPr>
              <a:spcAft>
                <a:spcPts val="600"/>
              </a:spcAft>
            </a:pPr>
            <a:endParaRPr sz="3200" b="1" dirty="0">
              <a:solidFill>
                <a:srgbClr val="16181D"/>
              </a:solidFill>
              <a:latin typeface="Arial"/>
            </a:endParaRPr>
          </a:p>
          <a:p>
            <a:pPr>
              <a:spcAft>
                <a:spcPts val="1400"/>
              </a:spcAft>
            </a:pPr>
            <a:r>
              <a:rPr sz="3200" b="0" dirty="0">
                <a:solidFill>
                  <a:srgbClr val="16181D"/>
                </a:solidFill>
                <a:latin typeface="Arial"/>
              </a:rPr>
              <a:t>▪   More than half of its alarms are false alarms.</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Low precision = many false alarms.          Formula: TP / (TP + FP)</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881C5314-0EB5-4DB1-962E-37E36FC4A6E2}" type="slidenum">
              <a:rPr lang="en-US" sz="1200">
                <a:solidFill>
                  <a:srgbClr val="6B7280"/>
                </a:solidFill>
                <a:latin typeface="Arial"/>
              </a:rPr>
              <a:t>28</a:t>
            </a:fld>
            <a:endParaRPr lang="en-US" sz="1200">
              <a:solidFill>
                <a:srgbClr val="6B7280"/>
              </a:solidFill>
              <a:latin typeface="Arial"/>
            </a:endParaRPr>
          </a:p>
        </p:txBody>
      </p:sp>
      <p:pic>
        <p:nvPicPr>
          <p:cNvPr id="9" name="Picture 8">
            <a:extLst>
              <a:ext uri="{FF2B5EF4-FFF2-40B4-BE49-F238E27FC236}">
                <a16:creationId xmlns:a16="http://schemas.microsoft.com/office/drawing/2014/main" id="{40517011-EA3C-7AB0-6406-A0D0237366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58610" y="2539527"/>
            <a:ext cx="2926270" cy="467295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658368"/>
            <a:ext cx="15371063" cy="868680"/>
          </a:xfrm>
          <a:prstGeom prst="rect">
            <a:avLst/>
          </a:prstGeom>
          <a:noFill/>
        </p:spPr>
        <p:txBody>
          <a:bodyPr wrap="square">
            <a:spAutoFit/>
          </a:bodyPr>
          <a:lstStyle/>
          <a:p>
            <a:r>
              <a:rPr sz="4400" b="1">
                <a:solidFill>
                  <a:srgbClr val="FFFFFF"/>
                </a:solidFill>
                <a:latin typeface="Arial"/>
              </a:rPr>
              <a:t>Which mistake is worse ?</a:t>
            </a:r>
          </a:p>
        </p:txBody>
      </p:sp>
      <p:graphicFrame>
        <p:nvGraphicFramePr>
          <p:cNvPr id="5" name="Table 4"/>
          <p:cNvGraphicFramePr>
            <a:graphicFrameLocks noGrp="1"/>
          </p:cNvGraphicFramePr>
          <p:nvPr>
            <p:extLst>
              <p:ext uri="{D42A27DB-BD31-4B8C-83A1-F6EECF244321}">
                <p14:modId xmlns:p14="http://schemas.microsoft.com/office/powerpoint/2010/main" val="61530443"/>
              </p:ext>
            </p:extLst>
          </p:nvPr>
        </p:nvGraphicFramePr>
        <p:xfrm>
          <a:off x="986981" y="3392424"/>
          <a:ext cx="15371061" cy="1700784"/>
        </p:xfrm>
        <a:graphic>
          <a:graphicData uri="http://schemas.openxmlformats.org/drawingml/2006/table">
            <a:tbl>
              <a:tblPr firstRow="1" bandRow="1">
                <a:tableStyleId>{5C22544A-7EE6-4342-B048-85BDC9FD1C3A}</a:tableStyleId>
              </a:tblPr>
              <a:tblGrid>
                <a:gridCol w="3842765">
                  <a:extLst>
                    <a:ext uri="{9D8B030D-6E8A-4147-A177-3AD203B41FA5}">
                      <a16:colId xmlns:a16="http://schemas.microsoft.com/office/drawing/2014/main" val="20000"/>
                    </a:ext>
                  </a:extLst>
                </a:gridCol>
                <a:gridCol w="5764148">
                  <a:extLst>
                    <a:ext uri="{9D8B030D-6E8A-4147-A177-3AD203B41FA5}">
                      <a16:colId xmlns:a16="http://schemas.microsoft.com/office/drawing/2014/main" val="20001"/>
                    </a:ext>
                  </a:extLst>
                </a:gridCol>
                <a:gridCol w="5764148">
                  <a:extLst>
                    <a:ext uri="{9D8B030D-6E8A-4147-A177-3AD203B41FA5}">
                      <a16:colId xmlns:a16="http://schemas.microsoft.com/office/drawing/2014/main" val="20002"/>
                    </a:ext>
                  </a:extLst>
                </a:gridCol>
              </a:tblGrid>
              <a:tr h="566928">
                <a:tc>
                  <a:txBody>
                    <a:bodyPr/>
                    <a:lstStyle/>
                    <a:p>
                      <a:r>
                        <a:rPr sz="2700" b="1">
                          <a:solidFill>
                            <a:srgbClr val="16181D"/>
                          </a:solidFill>
                          <a:latin typeface="Arial"/>
                        </a:rPr>
                        <a:t>System</a:t>
                      </a:r>
                    </a:p>
                  </a:txBody>
                  <a:tcPr marL="109728" marR="109728">
                    <a:solidFill>
                      <a:srgbClr val="FFDC00"/>
                    </a:solidFill>
                  </a:tcPr>
                </a:tc>
                <a:tc>
                  <a:txBody>
                    <a:bodyPr/>
                    <a:lstStyle/>
                    <a:p>
                      <a:r>
                        <a:rPr sz="2700" b="1" dirty="0">
                          <a:solidFill>
                            <a:srgbClr val="16181D"/>
                          </a:solidFill>
                          <a:latin typeface="Arial"/>
                        </a:rPr>
                        <a:t>A false alarm means</a:t>
                      </a:r>
                      <a:r>
                        <a:rPr lang="nb-NO" sz="2700" b="1" dirty="0">
                          <a:solidFill>
                            <a:srgbClr val="16181D"/>
                          </a:solidFill>
                          <a:latin typeface="Arial"/>
                        </a:rPr>
                        <a:t> (</a:t>
                      </a:r>
                      <a:r>
                        <a:rPr lang="nb-NO" sz="2700" b="1" dirty="0" err="1">
                          <a:solidFill>
                            <a:srgbClr val="16181D"/>
                          </a:solidFill>
                          <a:latin typeface="Arial"/>
                        </a:rPr>
                        <a:t>precision</a:t>
                      </a:r>
                      <a:r>
                        <a:rPr lang="nb-NO" sz="2700" b="1" dirty="0">
                          <a:solidFill>
                            <a:srgbClr val="16181D"/>
                          </a:solidFill>
                          <a:latin typeface="Arial"/>
                        </a:rPr>
                        <a:t>)</a:t>
                      </a:r>
                      <a:endParaRPr sz="2700" b="1" dirty="0">
                        <a:solidFill>
                          <a:srgbClr val="16181D"/>
                        </a:solidFill>
                        <a:latin typeface="Arial"/>
                      </a:endParaRPr>
                    </a:p>
                  </a:txBody>
                  <a:tcPr marL="109728" marR="109728">
                    <a:solidFill>
                      <a:srgbClr val="FFDC00"/>
                    </a:solidFill>
                  </a:tcPr>
                </a:tc>
                <a:tc>
                  <a:txBody>
                    <a:bodyPr/>
                    <a:lstStyle/>
                    <a:p>
                      <a:r>
                        <a:rPr sz="2700" b="1" dirty="0">
                          <a:solidFill>
                            <a:srgbClr val="16181D"/>
                          </a:solidFill>
                          <a:latin typeface="Arial"/>
                        </a:rPr>
                        <a:t>A miss means</a:t>
                      </a:r>
                      <a:r>
                        <a:rPr lang="nb-NO" sz="2700" b="1" dirty="0">
                          <a:solidFill>
                            <a:srgbClr val="16181D"/>
                          </a:solidFill>
                          <a:latin typeface="Arial"/>
                        </a:rPr>
                        <a:t> (</a:t>
                      </a:r>
                      <a:r>
                        <a:rPr lang="nb-NO" sz="2700" b="1" dirty="0" err="1">
                          <a:solidFill>
                            <a:srgbClr val="16181D"/>
                          </a:solidFill>
                          <a:latin typeface="Arial"/>
                        </a:rPr>
                        <a:t>recall</a:t>
                      </a:r>
                      <a:r>
                        <a:rPr lang="nb-NO" sz="2700" b="1" dirty="0">
                          <a:solidFill>
                            <a:srgbClr val="16181D"/>
                          </a:solidFill>
                          <a:latin typeface="Arial"/>
                        </a:rPr>
                        <a:t>)</a:t>
                      </a:r>
                      <a:endParaRPr sz="2700" b="1" dirty="0">
                        <a:solidFill>
                          <a:srgbClr val="16181D"/>
                        </a:solidFill>
                        <a:latin typeface="Arial"/>
                      </a:endParaRP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600" b="0">
                          <a:solidFill>
                            <a:srgbClr val="16181D"/>
                          </a:solidFill>
                          <a:latin typeface="Arial"/>
                        </a:rPr>
                        <a:t>Cancer screening</a:t>
                      </a:r>
                    </a:p>
                  </a:txBody>
                  <a:tcPr marL="109728" marR="109728">
                    <a:solidFill>
                      <a:srgbClr val="FFFFFF"/>
                    </a:solidFill>
                  </a:tcPr>
                </a:tc>
                <a:tc>
                  <a:txBody>
                    <a:bodyPr/>
                    <a:lstStyle/>
                    <a:p>
                      <a:r>
                        <a:rPr sz="2600" b="0" dirty="0">
                          <a:solidFill>
                            <a:srgbClr val="16181D"/>
                          </a:solidFill>
                          <a:latin typeface="Arial"/>
                        </a:rPr>
                        <a:t>A healthy person has another test</a:t>
                      </a:r>
                    </a:p>
                  </a:txBody>
                  <a:tcPr marL="109728" marR="109728">
                    <a:solidFill>
                      <a:srgbClr val="FFFFFF"/>
                    </a:solidFill>
                  </a:tcPr>
                </a:tc>
                <a:tc>
                  <a:txBody>
                    <a:bodyPr/>
                    <a:lstStyle/>
                    <a:p>
                      <a:r>
                        <a:rPr sz="2600" b="0">
                          <a:solidFill>
                            <a:srgbClr val="16181D"/>
                          </a:solidFill>
                          <a:latin typeface="Arial"/>
                        </a:rPr>
                        <a:t>A tumour is not found</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600" b="0">
                          <a:solidFill>
                            <a:srgbClr val="16181D"/>
                          </a:solidFill>
                          <a:latin typeface="Arial"/>
                        </a:rPr>
                        <a:t>Spam filter</a:t>
                      </a:r>
                    </a:p>
                  </a:txBody>
                  <a:tcPr marL="109728" marR="109728">
                    <a:solidFill>
                      <a:srgbClr val="F7F8FA"/>
                    </a:solidFill>
                  </a:tcPr>
                </a:tc>
                <a:tc>
                  <a:txBody>
                    <a:bodyPr/>
                    <a:lstStyle/>
                    <a:p>
                      <a:r>
                        <a:rPr sz="2600" b="0">
                          <a:solidFill>
                            <a:srgbClr val="16181D"/>
                          </a:solidFill>
                          <a:latin typeface="Arial"/>
                        </a:rPr>
                        <a:t>A real e-mail lands in the junk folder</a:t>
                      </a:r>
                    </a:p>
                  </a:txBody>
                  <a:tcPr marL="109728" marR="109728">
                    <a:solidFill>
                      <a:srgbClr val="F7F8FA"/>
                    </a:solidFill>
                  </a:tcPr>
                </a:tc>
                <a:tc>
                  <a:txBody>
                    <a:bodyPr/>
                    <a:lstStyle/>
                    <a:p>
                      <a:r>
                        <a:rPr sz="2600" b="0" dirty="0">
                          <a:solidFill>
                            <a:srgbClr val="16181D"/>
                          </a:solidFill>
                          <a:latin typeface="Arial"/>
                        </a:rPr>
                        <a:t>One spam message gets through</a:t>
                      </a:r>
                    </a:p>
                  </a:txBody>
                  <a:tcPr marL="109728" marR="109728">
                    <a:solidFill>
                      <a:srgbClr val="F7F8FA"/>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A miss is worse → you want high recall.       A false alarm is worse → you want high precision.</a:t>
            </a:r>
          </a:p>
        </p:txBody>
      </p:sp>
      <p:sp>
        <p:nvSpPr>
          <p:cNvPr id="7" name="TextBox 6"/>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8" name="TextBox 7"/>
          <p:cNvSpPr txBox="1"/>
          <p:nvPr/>
        </p:nvSpPr>
        <p:spPr>
          <a:xfrm>
            <a:off x="15636240" y="9098280"/>
            <a:ext cx="1097280" cy="365760"/>
          </a:xfrm>
          <a:prstGeom prst="rect">
            <a:avLst/>
          </a:prstGeom>
          <a:noFill/>
        </p:spPr>
        <p:txBody>
          <a:bodyPr wrap="none">
            <a:spAutoFit/>
          </a:bodyPr>
          <a:lstStyle/>
          <a:p>
            <a:pPr algn="r"/>
            <a:fld id="{F7498E4F-5FAE-48E1-9BA4-6B691D8C9BB1}" type="slidenum">
              <a:rPr lang="en-US" sz="1200">
                <a:solidFill>
                  <a:srgbClr val="6B7280"/>
                </a:solidFill>
                <a:latin typeface="Arial"/>
              </a:rPr>
              <a:t>29</a:t>
            </a:fld>
            <a:endParaRPr lang="en-US" sz="1200">
              <a:solidFill>
                <a:srgbClr val="6B7280"/>
              </a:solidFill>
              <a:latin typeface="Arial"/>
            </a:endParaRPr>
          </a:p>
        </p:txBody>
      </p:sp>
      <p:sp>
        <p:nvSpPr>
          <p:cNvPr id="10" name="TextBox 9">
            <a:extLst>
              <a:ext uri="{FF2B5EF4-FFF2-40B4-BE49-F238E27FC236}">
                <a16:creationId xmlns:a16="http://schemas.microsoft.com/office/drawing/2014/main" id="{CA89BE81-B32D-29DA-75D4-8B1883304885}"/>
              </a:ext>
            </a:extLst>
          </p:cNvPr>
          <p:cNvSpPr txBox="1"/>
          <p:nvPr/>
        </p:nvSpPr>
        <p:spPr>
          <a:xfrm>
            <a:off x="986980" y="5979755"/>
            <a:ext cx="12180379" cy="830997"/>
          </a:xfrm>
          <a:prstGeom prst="rect">
            <a:avLst/>
          </a:prstGeom>
          <a:noFill/>
        </p:spPr>
        <p:txBody>
          <a:bodyPr wrap="square">
            <a:spAutoFit/>
          </a:bodyPr>
          <a:lstStyle/>
          <a:p>
            <a:r>
              <a:rPr lang="en-US" sz="2400" dirty="0"/>
              <a:t>Cancer screening: a miss is far worse. You want high recall, and you accept some false alarms as the price.</a:t>
            </a:r>
          </a:p>
        </p:txBody>
      </p:sp>
      <p:sp>
        <p:nvSpPr>
          <p:cNvPr id="12" name="TextBox 11">
            <a:extLst>
              <a:ext uri="{FF2B5EF4-FFF2-40B4-BE49-F238E27FC236}">
                <a16:creationId xmlns:a16="http://schemas.microsoft.com/office/drawing/2014/main" id="{C989D201-FEC0-6E04-DA5F-3625400590D5}"/>
              </a:ext>
            </a:extLst>
          </p:cNvPr>
          <p:cNvSpPr txBox="1"/>
          <p:nvPr/>
        </p:nvSpPr>
        <p:spPr>
          <a:xfrm>
            <a:off x="986980" y="7281800"/>
            <a:ext cx="11960924" cy="830997"/>
          </a:xfrm>
          <a:prstGeom prst="rect">
            <a:avLst/>
          </a:prstGeom>
          <a:noFill/>
        </p:spPr>
        <p:txBody>
          <a:bodyPr wrap="square">
            <a:spAutoFit/>
          </a:bodyPr>
          <a:lstStyle/>
          <a:p>
            <a:r>
              <a:rPr lang="en-US" sz="2400" dirty="0"/>
              <a:t>Spam filter: losing a real e-mail is worse than seeing one spam message. You want high precision.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8BD651-73B2-0ACC-1003-828BAB20CE7D}"/>
              </a:ext>
            </a:extLst>
          </p:cNvPr>
          <p:cNvSpPr>
            <a:spLocks noGrp="1"/>
          </p:cNvSpPr>
          <p:nvPr>
            <p:ph type="ftr" sz="quarter" idx="11"/>
          </p:nvPr>
        </p:nvSpPr>
        <p:spPr/>
        <p:txBody>
          <a:bodyPr/>
          <a:lstStyle/>
          <a:p>
            <a:r>
              <a:rPr lang="nb-NO"/>
              <a:t>Introduction to A.I - Umair M.I</a:t>
            </a:r>
          </a:p>
        </p:txBody>
      </p:sp>
      <p:sp>
        <p:nvSpPr>
          <p:cNvPr id="4" name="TextBox 3">
            <a:extLst>
              <a:ext uri="{FF2B5EF4-FFF2-40B4-BE49-F238E27FC236}">
                <a16:creationId xmlns:a16="http://schemas.microsoft.com/office/drawing/2014/main" id="{D41CDBFB-471B-51AD-9B69-4CDF42C8A15F}"/>
              </a:ext>
            </a:extLst>
          </p:cNvPr>
          <p:cNvSpPr txBox="1"/>
          <p:nvPr/>
        </p:nvSpPr>
        <p:spPr>
          <a:xfrm>
            <a:off x="1755648" y="4091176"/>
            <a:ext cx="13456249" cy="1569660"/>
          </a:xfrm>
          <a:prstGeom prst="rect">
            <a:avLst/>
          </a:prstGeom>
          <a:noFill/>
        </p:spPr>
        <p:txBody>
          <a:bodyPr wrap="square">
            <a:spAutoFit/>
          </a:bodyPr>
          <a:lstStyle/>
          <a:p>
            <a:pPr algn="ctr"/>
            <a:r>
              <a:rPr lang="en-US" sz="3200" dirty="0"/>
              <a:t>A model that raises the alarm more easily finds more sick patients and produces more false alarms. The setting that controls this is called the </a:t>
            </a:r>
            <a:r>
              <a:rPr lang="en-US" sz="3200" b="1" dirty="0"/>
              <a:t>threshold</a:t>
            </a:r>
            <a:r>
              <a:rPr lang="en-US" sz="3200" dirty="0"/>
              <a:t>.</a:t>
            </a:r>
            <a:endParaRPr lang="en-US" sz="4400" dirty="0"/>
          </a:p>
        </p:txBody>
      </p:sp>
      <p:sp>
        <p:nvSpPr>
          <p:cNvPr id="6" name="TextBox 5">
            <a:extLst>
              <a:ext uri="{FF2B5EF4-FFF2-40B4-BE49-F238E27FC236}">
                <a16:creationId xmlns:a16="http://schemas.microsoft.com/office/drawing/2014/main" id="{B1894C48-6498-9E7B-D257-E843A9DABEA5}"/>
              </a:ext>
            </a:extLst>
          </p:cNvPr>
          <p:cNvSpPr txBox="1"/>
          <p:nvPr/>
        </p:nvSpPr>
        <p:spPr>
          <a:xfrm>
            <a:off x="4149516" y="1688494"/>
            <a:ext cx="8668512" cy="880241"/>
          </a:xfrm>
          <a:prstGeom prst="rect">
            <a:avLst/>
          </a:prstGeom>
          <a:noFill/>
        </p:spPr>
        <p:txBody>
          <a:bodyPr wrap="square">
            <a:spAutoFit/>
          </a:bodyPr>
          <a:lstStyle/>
          <a:p>
            <a:r>
              <a:rPr lang="en-US" dirty="0"/>
              <a:t> A perfect model would find every sick patient (recall 100%) and never raise a false alarm (precision 100%).</a:t>
            </a:r>
          </a:p>
        </p:txBody>
      </p:sp>
    </p:spTree>
    <p:extLst>
      <p:ext uri="{BB962C8B-B14F-4D97-AF65-F5344CB8AC3E}">
        <p14:creationId xmlns:p14="http://schemas.microsoft.com/office/powerpoint/2010/main" val="2954420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F1: one number instead of two</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a:t>
            </a:r>
            <a:r>
              <a:rPr sz="3000" b="1">
                <a:solidFill>
                  <a:srgbClr val="16181D"/>
                </a:solidFill>
                <a:latin typeface="Arial"/>
              </a:rPr>
              <a:t>F1</a:t>
            </a:r>
            <a:r>
              <a:rPr sz="3000" b="0">
                <a:solidFill>
                  <a:srgbClr val="16181D"/>
                </a:solidFill>
                <a:latin typeface="Arial"/>
              </a:rPr>
              <a:t> makes one score out of recall and precision.</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It is high only when </a:t>
            </a:r>
            <a:r>
              <a:rPr sz="3000" b="1">
                <a:solidFill>
                  <a:srgbClr val="16181D"/>
                </a:solidFill>
                <a:latin typeface="Arial"/>
              </a:rPr>
              <a:t>both</a:t>
            </a:r>
            <a:r>
              <a:rPr sz="3000" b="0">
                <a:solidFill>
                  <a:srgbClr val="16181D"/>
                </a:solidFill>
                <a:latin typeface="Arial"/>
              </a:rPr>
              <a:t> are high.</a:t>
            </a:r>
          </a:p>
          <a:p>
            <a:pPr>
              <a:spcAft>
                <a:spcPts val="600"/>
              </a:spcAft>
            </a:pPr>
            <a:endParaRPr sz="3000" b="0">
              <a:solidFill>
                <a:srgbClr val="16181D"/>
              </a:solidFill>
              <a:latin typeface="Arial"/>
            </a:endParaRPr>
          </a:p>
          <a:p>
            <a:pPr>
              <a:spcAft>
                <a:spcPts val="800"/>
              </a:spcAft>
            </a:pPr>
            <a:r>
              <a:rPr sz="2500" b="0">
                <a:solidFill>
                  <a:srgbClr val="3A3F47"/>
                </a:solidFill>
                <a:latin typeface="Arial"/>
              </a:rPr>
              <a:t>        –   precision 80 %   and   recall 80 %      →      F1  =  </a:t>
            </a:r>
            <a:r>
              <a:rPr sz="2500" b="1">
                <a:solidFill>
                  <a:srgbClr val="3A3F47"/>
                </a:solidFill>
                <a:latin typeface="Arial"/>
              </a:rPr>
              <a:t>80 %</a:t>
            </a:r>
          </a:p>
          <a:p>
            <a:pPr>
              <a:spcAft>
                <a:spcPts val="800"/>
              </a:spcAft>
            </a:pPr>
            <a:r>
              <a:rPr sz="2500" b="0">
                <a:solidFill>
                  <a:srgbClr val="3A3F47"/>
                </a:solidFill>
                <a:latin typeface="Arial"/>
              </a:rPr>
              <a:t>        –   precision 100 %   and   recall 20 %      →      F1  =  </a:t>
            </a:r>
            <a:r>
              <a:rPr sz="2500" b="1">
                <a:solidFill>
                  <a:srgbClr val="3A3F47"/>
                </a:solidFill>
                <a:latin typeface="Arial"/>
              </a:rPr>
              <a:t>33 %</a:t>
            </a:r>
          </a:p>
          <a:p>
            <a:pPr>
              <a:spcAft>
                <a:spcPts val="600"/>
              </a:spcAft>
            </a:pPr>
            <a:endParaRPr sz="2500" b="1">
              <a:solidFill>
                <a:srgbClr val="3A3F47"/>
              </a:solidFill>
              <a:latin typeface="Arial"/>
            </a:endParaRPr>
          </a:p>
          <a:p>
            <a:pPr>
              <a:spcAft>
                <a:spcPts val="1400"/>
              </a:spcAft>
            </a:pPr>
            <a:r>
              <a:rPr sz="3000" b="0">
                <a:solidFill>
                  <a:srgbClr val="16181D"/>
                </a:solidFill>
                <a:latin typeface="Arial"/>
              </a:rPr>
              <a:t>▪   One good number cannot hide one bad number.</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Machine Learning Yearning, chapter 8: pick one number to judge your model by.</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19AB315D-A73B-48C9-8B1E-A1A0E4A51978}" type="slidenum">
              <a:rPr lang="en-US" sz="1200">
                <a:solidFill>
                  <a:srgbClr val="6B7280"/>
                </a:solidFill>
                <a:latin typeface="Arial"/>
              </a:rPr>
              <a:t>31</a:t>
            </a:fld>
            <a:endParaRPr lang="en-US" sz="1200">
              <a:solidFill>
                <a:srgbClr val="6B7280"/>
              </a:solidFill>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In scikit-learn</a:t>
            </a:r>
          </a:p>
        </p:txBody>
      </p:sp>
      <p:sp>
        <p:nvSpPr>
          <p:cNvPr id="4" name="Rectangle 3"/>
          <p:cNvSpPr/>
          <p:nvPr/>
        </p:nvSpPr>
        <p:spPr>
          <a:xfrm>
            <a:off x="969264" y="2057400"/>
            <a:ext cx="15371063" cy="4416552"/>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4416552"/>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9304" y="2221992"/>
            <a:ext cx="14822423" cy="4142232"/>
          </a:xfrm>
          <a:prstGeom prst="rect">
            <a:avLst/>
          </a:prstGeom>
          <a:noFill/>
        </p:spPr>
        <p:txBody>
          <a:bodyPr wrap="none">
            <a:spAutoFit/>
          </a:bodyPr>
          <a:lstStyle/>
          <a:p>
            <a:pPr>
              <a:spcAft>
                <a:spcPts val="200"/>
              </a:spcAft>
            </a:pPr>
            <a:r>
              <a:rPr sz="2100">
                <a:solidFill>
                  <a:srgbClr val="16181D"/>
                </a:solidFill>
                <a:latin typeface="Consolas"/>
              </a:rPr>
              <a:t>from sklearn.metrics import confusion_matrix</a:t>
            </a:r>
          </a:p>
          <a:p>
            <a:pPr>
              <a:spcAft>
                <a:spcPts val="200"/>
              </a:spcAft>
            </a:pPr>
            <a:endParaRPr sz="2100">
              <a:solidFill>
                <a:srgbClr val="16181D"/>
              </a:solidFill>
              <a:latin typeface="Consolas"/>
            </a:endParaRPr>
          </a:p>
          <a:p>
            <a:pPr>
              <a:spcAft>
                <a:spcPts val="200"/>
              </a:spcAft>
            </a:pPr>
            <a:r>
              <a:rPr sz="2100">
                <a:solidFill>
                  <a:srgbClr val="16181D"/>
                </a:solidFill>
                <a:latin typeface="Consolas"/>
              </a:rPr>
              <a:t>tree = DecisionTreeClassifier(max_depth=3, random_state=42)     </a:t>
            </a:r>
            <a:r>
              <a:rPr sz="2100">
                <a:solidFill>
                  <a:srgbClr val="1B7F4B"/>
                </a:solidFill>
                <a:latin typeface="Consolas"/>
              </a:rPr>
              <a:t># a small tree</a:t>
            </a:r>
          </a:p>
          <a:p>
            <a:pPr>
              <a:spcAft>
                <a:spcPts val="200"/>
              </a:spcAft>
            </a:pPr>
            <a:r>
              <a:rPr sz="2100">
                <a:solidFill>
                  <a:srgbClr val="16181D"/>
                </a:solidFill>
                <a:latin typeface="Consolas"/>
              </a:rPr>
              <a:t>tree.fit(X_train, y_train)</a:t>
            </a:r>
          </a:p>
          <a:p>
            <a:pPr>
              <a:spcAft>
                <a:spcPts val="200"/>
              </a:spcAft>
            </a:pPr>
            <a:r>
              <a:rPr sz="2100">
                <a:solidFill>
                  <a:srgbClr val="16181D"/>
                </a:solidFill>
                <a:latin typeface="Consolas"/>
              </a:rPr>
              <a:t>y_pred = tree.predict(X_test)</a:t>
            </a:r>
          </a:p>
          <a:p>
            <a:pPr>
              <a:spcAft>
                <a:spcPts val="200"/>
              </a:spcAft>
            </a:pPr>
            <a:endParaRPr sz="2100">
              <a:solidFill>
                <a:srgbClr val="16181D"/>
              </a:solidFill>
              <a:latin typeface="Consolas"/>
            </a:endParaRPr>
          </a:p>
          <a:p>
            <a:pPr>
              <a:spcAft>
                <a:spcPts val="200"/>
              </a:spcAft>
            </a:pPr>
            <a:r>
              <a:rPr sz="2100">
                <a:solidFill>
                  <a:srgbClr val="16181D"/>
                </a:solidFill>
                <a:latin typeface="Consolas"/>
              </a:rPr>
              <a:t>print(confusion_matrix(y_test, y_pred))</a:t>
            </a:r>
          </a:p>
          <a:p>
            <a:pPr>
              <a:spcAft>
                <a:spcPts val="200"/>
              </a:spcAft>
            </a:pPr>
            <a:endParaRPr sz="2100">
              <a:solidFill>
                <a:srgbClr val="16181D"/>
              </a:solidFill>
              <a:latin typeface="Consolas"/>
            </a:endParaRPr>
          </a:p>
          <a:p>
            <a:pPr>
              <a:spcAft>
                <a:spcPts val="200"/>
              </a:spcAft>
            </a:pPr>
            <a:r>
              <a:rPr sz="2100">
                <a:solidFill>
                  <a:srgbClr val="1B7F4B"/>
                </a:solidFill>
                <a:latin typeface="Consolas"/>
              </a:rPr>
              <a:t># [[38  4]        42 malignant:   38 found,   4 missed</a:t>
            </a:r>
          </a:p>
          <a:p>
            <a:pPr>
              <a:spcAft>
                <a:spcPts val="200"/>
              </a:spcAft>
            </a:pPr>
            <a:r>
              <a:rPr sz="2100">
                <a:solidFill>
                  <a:srgbClr val="1B7F4B"/>
                </a:solidFill>
                <a:latin typeface="Consolas"/>
              </a:rPr>
              <a:t>#  [ 3 69]]       72 benign:       3 false alarms,   69 left alone</a:t>
            </a:r>
          </a:p>
        </p:txBody>
      </p:sp>
      <p:sp>
        <p:nvSpPr>
          <p:cNvPr id="7" name="TextBox 6"/>
          <p:cNvSpPr txBox="1"/>
          <p:nvPr/>
        </p:nvSpPr>
        <p:spPr>
          <a:xfrm>
            <a:off x="969264" y="6702552"/>
            <a:ext cx="15371063" cy="1280160"/>
          </a:xfrm>
          <a:prstGeom prst="rect">
            <a:avLst/>
          </a:prstGeom>
          <a:noFill/>
        </p:spPr>
        <p:txBody>
          <a:bodyPr wrap="square">
            <a:spAutoFit/>
          </a:bodyPr>
          <a:lstStyle/>
          <a:p>
            <a:r>
              <a:rPr sz="2400" b="1">
                <a:solidFill>
                  <a:srgbClr val="16181D"/>
                </a:solidFill>
                <a:latin typeface="Arial"/>
              </a:rPr>
              <a:t>Recall:   38 of 42 found  =  90 %          Precision:   38 of 41 alarms real  =  93 %</a:t>
            </a:r>
          </a:p>
        </p:txBody>
      </p:sp>
      <p:sp>
        <p:nvSpPr>
          <p:cNvPr id="8" name="TextBox 7"/>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9" name="TextBox 8"/>
          <p:cNvSpPr txBox="1"/>
          <p:nvPr/>
        </p:nvSpPr>
        <p:spPr>
          <a:xfrm>
            <a:off x="15636240" y="9098280"/>
            <a:ext cx="1097280" cy="365760"/>
          </a:xfrm>
          <a:prstGeom prst="rect">
            <a:avLst/>
          </a:prstGeom>
          <a:noFill/>
        </p:spPr>
        <p:txBody>
          <a:bodyPr wrap="none">
            <a:spAutoFit/>
          </a:bodyPr>
          <a:lstStyle/>
          <a:p>
            <a:pPr algn="r"/>
            <a:fld id="{BB967EE2-C58D-4BD3-8F17-5223B6994783}" type="slidenum">
              <a:rPr lang="en-US" sz="1200">
                <a:solidFill>
                  <a:srgbClr val="6B7280"/>
                </a:solidFill>
                <a:latin typeface="Arial"/>
              </a:rPr>
              <a:t>32</a:t>
            </a:fld>
            <a:endParaRPr lang="en-US" sz="1200">
              <a:solidFill>
                <a:srgbClr val="6B7280"/>
              </a:solidFill>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Learn, don't memorise</a:t>
            </a:r>
          </a:p>
        </p:txBody>
      </p:sp>
      <p:sp>
        <p:nvSpPr>
          <p:cNvPr id="3" name="Rectangle 2"/>
          <p:cNvSpPr/>
          <p:nvPr/>
        </p:nvSpPr>
        <p:spPr>
          <a:xfrm>
            <a:off x="969264" y="3566160"/>
            <a:ext cx="2926080" cy="201168"/>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3886200"/>
            <a:ext cx="12801600" cy="548640"/>
          </a:xfrm>
          <a:prstGeom prst="rect">
            <a:avLst/>
          </a:prstGeom>
          <a:noFill/>
        </p:spPr>
        <p:txBody>
          <a:bodyPr wrap="none">
            <a:spAutoFit/>
          </a:bodyPr>
          <a:lstStyle/>
          <a:p>
            <a:r>
              <a:rPr sz="2000" b="1">
                <a:solidFill>
                  <a:srgbClr val="6B7280"/>
                </a:solidFill>
                <a:latin typeface="Arial"/>
              </a:rPr>
              <a:t>IDEA 3</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fld id="{80F01D09-A4A5-48AA-86C6-3DF290407EC9}" type="slidenum">
              <a:rPr lang="en-US" sz="1200">
                <a:solidFill>
                  <a:srgbClr val="6B7280"/>
                </a:solidFill>
                <a:latin typeface="Arial"/>
              </a:rPr>
              <a:t>33</a:t>
            </a:fld>
            <a:endParaRPr lang="en-US" sz="1200">
              <a:solidFill>
                <a:srgbClr val="6B7280"/>
              </a:solidFill>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237744"/>
            <a:ext cx="15371063" cy="384048"/>
          </a:xfrm>
          <a:prstGeom prst="rect">
            <a:avLst/>
          </a:prstGeom>
          <a:noFill/>
        </p:spPr>
        <p:txBody>
          <a:bodyPr wrap="none">
            <a:spAutoFit/>
          </a:bodyPr>
          <a:lstStyle/>
          <a:p>
            <a:r>
              <a:rPr sz="1500" b="1">
                <a:solidFill>
                  <a:srgbClr val="FFFFFF"/>
                </a:solidFill>
                <a:latin typeface="Arial"/>
              </a:rPr>
              <a:t>GUESS</a:t>
            </a:r>
          </a:p>
        </p:txBody>
      </p:sp>
      <p:sp>
        <p:nvSpPr>
          <p:cNvPr id="4" name="TextBox 3"/>
          <p:cNvSpPr txBox="1"/>
          <p:nvPr/>
        </p:nvSpPr>
        <p:spPr>
          <a:xfrm>
            <a:off x="969264" y="658368"/>
            <a:ext cx="15371063" cy="868680"/>
          </a:xfrm>
          <a:prstGeom prst="rect">
            <a:avLst/>
          </a:prstGeom>
          <a:noFill/>
        </p:spPr>
        <p:txBody>
          <a:bodyPr wrap="square">
            <a:spAutoFit/>
          </a:bodyPr>
          <a:lstStyle/>
          <a:p>
            <a:r>
              <a:rPr sz="4400" b="1">
                <a:solidFill>
                  <a:srgbClr val="FFFFFF"/>
                </a:solidFill>
                <a:latin typeface="Arial"/>
              </a:rPr>
              <a:t>Three students before an exam</a:t>
            </a:r>
          </a:p>
        </p:txBody>
      </p:sp>
      <p:sp>
        <p:nvSpPr>
          <p:cNvPr id="5" name="TextBox 4"/>
          <p:cNvSpPr txBox="1"/>
          <p:nvPr/>
        </p:nvSpPr>
        <p:spPr>
          <a:xfrm>
            <a:off x="969264" y="2057400"/>
            <a:ext cx="15371063" cy="6446520"/>
          </a:xfrm>
          <a:prstGeom prst="rect">
            <a:avLst/>
          </a:prstGeom>
          <a:noFill/>
        </p:spPr>
        <p:txBody>
          <a:bodyPr wrap="square">
            <a:spAutoFit/>
          </a:bodyPr>
          <a:lstStyle/>
          <a:p>
            <a:pPr>
              <a:spcAft>
                <a:spcPts val="1400"/>
              </a:spcAft>
            </a:pPr>
            <a:r>
              <a:rPr sz="3000" b="0" dirty="0">
                <a:solidFill>
                  <a:srgbClr val="16181D"/>
                </a:solidFill>
                <a:latin typeface="Arial"/>
              </a:rPr>
              <a:t>▪   </a:t>
            </a:r>
            <a:r>
              <a:rPr sz="3000" b="1" dirty="0">
                <a:solidFill>
                  <a:srgbClr val="16181D"/>
                </a:solidFill>
                <a:latin typeface="Arial"/>
              </a:rPr>
              <a:t>Anna</a:t>
            </a:r>
            <a:r>
              <a:rPr sz="3000" b="0" dirty="0">
                <a:solidFill>
                  <a:srgbClr val="16181D"/>
                </a:solidFill>
                <a:latin typeface="Arial"/>
              </a:rPr>
              <a:t> learns last year's exam answers by heart.</a:t>
            </a:r>
          </a:p>
          <a:p>
            <a:pPr>
              <a:spcAft>
                <a:spcPts val="600"/>
              </a:spcAft>
            </a:pPr>
            <a:endParaRPr sz="3000" b="0" dirty="0">
              <a:solidFill>
                <a:srgbClr val="16181D"/>
              </a:solidFill>
              <a:latin typeface="Arial"/>
            </a:endParaRPr>
          </a:p>
          <a:p>
            <a:pPr>
              <a:spcAft>
                <a:spcPts val="1400"/>
              </a:spcAft>
            </a:pPr>
            <a:r>
              <a:rPr sz="3000" b="0" dirty="0">
                <a:solidFill>
                  <a:srgbClr val="16181D"/>
                </a:solidFill>
                <a:latin typeface="Arial"/>
              </a:rPr>
              <a:t>▪   </a:t>
            </a:r>
            <a:r>
              <a:rPr sz="3000" b="1" dirty="0">
                <a:solidFill>
                  <a:srgbClr val="16181D"/>
                </a:solidFill>
                <a:latin typeface="Arial"/>
              </a:rPr>
              <a:t>Ben</a:t>
            </a:r>
            <a:r>
              <a:rPr sz="3000" b="0" dirty="0">
                <a:solidFill>
                  <a:srgbClr val="16181D"/>
                </a:solidFill>
                <a:latin typeface="Arial"/>
              </a:rPr>
              <a:t> hardly studies. His plan: “when in doubt, answer C”.</a:t>
            </a:r>
          </a:p>
          <a:p>
            <a:pPr>
              <a:spcAft>
                <a:spcPts val="600"/>
              </a:spcAft>
            </a:pPr>
            <a:endParaRPr sz="3000" b="0" dirty="0">
              <a:solidFill>
                <a:srgbClr val="16181D"/>
              </a:solidFill>
              <a:latin typeface="Arial"/>
            </a:endParaRPr>
          </a:p>
          <a:p>
            <a:pPr>
              <a:spcAft>
                <a:spcPts val="1400"/>
              </a:spcAft>
            </a:pPr>
            <a:r>
              <a:rPr sz="3000" b="0" dirty="0">
                <a:solidFill>
                  <a:srgbClr val="16181D"/>
                </a:solidFill>
                <a:latin typeface="Arial"/>
              </a:rPr>
              <a:t>▪   </a:t>
            </a:r>
            <a:r>
              <a:rPr sz="3000" b="1" dirty="0">
                <a:solidFill>
                  <a:srgbClr val="16181D"/>
                </a:solidFill>
                <a:latin typeface="Arial"/>
              </a:rPr>
              <a:t>Clara</a:t>
            </a:r>
            <a:r>
              <a:rPr sz="3000" b="0" dirty="0">
                <a:solidFill>
                  <a:srgbClr val="16181D"/>
                </a:solidFill>
                <a:latin typeface="Arial"/>
              </a:rPr>
              <a:t> works through the exercises until she understands them.</a:t>
            </a:r>
          </a:p>
          <a:p>
            <a:pPr>
              <a:spcAft>
                <a:spcPts val="600"/>
              </a:spcAft>
            </a:pPr>
            <a:endParaRPr sz="3000" b="0" dirty="0">
              <a:solidFill>
                <a:srgbClr val="16181D"/>
              </a:solidFill>
              <a:latin typeface="Arial"/>
            </a:endParaRPr>
          </a:p>
          <a:p>
            <a:pPr>
              <a:spcAft>
                <a:spcPts val="1400"/>
              </a:spcAft>
            </a:pPr>
            <a:r>
              <a:rPr sz="3000" b="0" dirty="0">
                <a:solidFill>
                  <a:srgbClr val="16181D"/>
                </a:solidFill>
                <a:latin typeface="Arial"/>
              </a:rPr>
              <a:t>▪   Who does well on the exercises ?   Who does well on the </a:t>
            </a:r>
            <a:r>
              <a:rPr sz="3000" b="1" dirty="0">
                <a:solidFill>
                  <a:srgbClr val="16181D"/>
                </a:solidFill>
                <a:latin typeface="Arial"/>
              </a:rPr>
              <a:t>new</a:t>
            </a:r>
            <a:r>
              <a:rPr sz="3000" b="0" dirty="0">
                <a:solidFill>
                  <a:srgbClr val="16181D"/>
                </a:solidFill>
                <a:latin typeface="Arial"/>
              </a:rPr>
              <a:t> exam ?</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253BF026-2941-4C55-8647-944BDFFBC93D}" type="slidenum">
              <a:rPr lang="en-US" sz="1200">
                <a:solidFill>
                  <a:srgbClr val="6B7280"/>
                </a:solidFill>
                <a:latin typeface="Arial"/>
              </a:rPr>
              <a:t>34</a:t>
            </a:fld>
            <a:endParaRPr lang="en-US" sz="1200">
              <a:solidFill>
                <a:srgbClr val="6B7280"/>
              </a:solidFill>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Two scores tell you which student you have</a:t>
            </a:r>
          </a:p>
        </p:txBody>
      </p:sp>
      <p:graphicFrame>
        <p:nvGraphicFramePr>
          <p:cNvPr id="4" name="Table 3"/>
          <p:cNvGraphicFramePr>
            <a:graphicFrameLocks noGrp="1"/>
          </p:cNvGraphicFramePr>
          <p:nvPr/>
        </p:nvGraphicFramePr>
        <p:xfrm>
          <a:off x="969264" y="2057400"/>
          <a:ext cx="15371062" cy="2554224"/>
        </p:xfrm>
        <a:graphic>
          <a:graphicData uri="http://schemas.openxmlformats.org/drawingml/2006/table">
            <a:tbl>
              <a:tblPr firstRow="1" bandRow="1">
                <a:tableStyleId>{5C22544A-7EE6-4342-B048-85BDC9FD1C3A}</a:tableStyleId>
              </a:tblPr>
              <a:tblGrid>
                <a:gridCol w="4117249">
                  <a:extLst>
                    <a:ext uri="{9D8B030D-6E8A-4147-A177-3AD203B41FA5}">
                      <a16:colId xmlns:a16="http://schemas.microsoft.com/office/drawing/2014/main" val="20000"/>
                    </a:ext>
                  </a:extLst>
                </a:gridCol>
                <a:gridCol w="4117249">
                  <a:extLst>
                    <a:ext uri="{9D8B030D-6E8A-4147-A177-3AD203B41FA5}">
                      <a16:colId xmlns:a16="http://schemas.microsoft.com/office/drawing/2014/main" val="20001"/>
                    </a:ext>
                  </a:extLst>
                </a:gridCol>
                <a:gridCol w="3659776">
                  <a:extLst>
                    <a:ext uri="{9D8B030D-6E8A-4147-A177-3AD203B41FA5}">
                      <a16:colId xmlns:a16="http://schemas.microsoft.com/office/drawing/2014/main" val="20002"/>
                    </a:ext>
                  </a:extLst>
                </a:gridCol>
                <a:gridCol w="3476788">
                  <a:extLst>
                    <a:ext uri="{9D8B030D-6E8A-4147-A177-3AD203B41FA5}">
                      <a16:colId xmlns:a16="http://schemas.microsoft.com/office/drawing/2014/main" val="20003"/>
                    </a:ext>
                  </a:extLst>
                </a:gridCol>
              </a:tblGrid>
              <a:tr h="566928">
                <a:tc>
                  <a:txBody>
                    <a:bodyPr/>
                    <a:lstStyle/>
                    <a:p>
                      <a:endParaRPr/>
                    </a:p>
                  </a:txBody>
                  <a:tcPr marL="109728" marR="109728">
                    <a:solidFill>
                      <a:srgbClr val="FFDC00"/>
                    </a:solidFill>
                  </a:tcPr>
                </a:tc>
                <a:tc>
                  <a:txBody>
                    <a:bodyPr/>
                    <a:lstStyle/>
                    <a:p>
                      <a:r>
                        <a:rPr sz="2500" b="1">
                          <a:solidFill>
                            <a:srgbClr val="16181D"/>
                          </a:solidFill>
                          <a:latin typeface="Arial"/>
                        </a:rPr>
                        <a:t>On the exercises  (training set)</a:t>
                      </a:r>
                    </a:p>
                  </a:txBody>
                  <a:tcPr marL="109728" marR="109728">
                    <a:solidFill>
                      <a:srgbClr val="FFDC00"/>
                    </a:solidFill>
                  </a:tcPr>
                </a:tc>
                <a:tc>
                  <a:txBody>
                    <a:bodyPr/>
                    <a:lstStyle/>
                    <a:p>
                      <a:r>
                        <a:rPr sz="2500" b="1">
                          <a:solidFill>
                            <a:srgbClr val="16181D"/>
                          </a:solidFill>
                          <a:latin typeface="Arial"/>
                        </a:rPr>
                        <a:t>On the exam  (test set)</a:t>
                      </a:r>
                    </a:p>
                  </a:txBody>
                  <a:tcPr marL="109728" marR="109728">
                    <a:solidFill>
                      <a:srgbClr val="FFDC00"/>
                    </a:solidFill>
                  </a:tcPr>
                </a:tc>
                <a:tc>
                  <a:txBody>
                    <a:bodyPr/>
                    <a:lstStyle/>
                    <a:p>
                      <a:r>
                        <a:rPr sz="2500" b="1">
                          <a:solidFill>
                            <a:srgbClr val="16181D"/>
                          </a:solidFill>
                          <a:latin typeface="Arial"/>
                        </a:rPr>
                        <a:t>This is called</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400" b="1">
                          <a:solidFill>
                            <a:srgbClr val="16181D"/>
                          </a:solidFill>
                          <a:latin typeface="Arial"/>
                        </a:rPr>
                        <a:t>Anna</a:t>
                      </a:r>
                      <a:r>
                        <a:rPr sz="2400" b="0">
                          <a:solidFill>
                            <a:srgbClr val="16181D"/>
                          </a:solidFill>
                          <a:latin typeface="Arial"/>
                        </a:rPr>
                        <a:t> memorised</a:t>
                      </a:r>
                    </a:p>
                  </a:txBody>
                  <a:tcPr marL="109728" marR="109728">
                    <a:solidFill>
                      <a:srgbClr val="FFFFFF"/>
                    </a:solidFill>
                  </a:tcPr>
                </a:tc>
                <a:tc>
                  <a:txBody>
                    <a:bodyPr/>
                    <a:lstStyle/>
                    <a:p>
                      <a:r>
                        <a:rPr sz="2400" b="0">
                          <a:solidFill>
                            <a:srgbClr val="16181D"/>
                          </a:solidFill>
                          <a:latin typeface="Arial"/>
                        </a:rPr>
                        <a:t>100 %</a:t>
                      </a:r>
                    </a:p>
                  </a:txBody>
                  <a:tcPr marL="109728" marR="109728">
                    <a:solidFill>
                      <a:srgbClr val="FFFFFF"/>
                    </a:solidFill>
                  </a:tcPr>
                </a:tc>
                <a:tc>
                  <a:txBody>
                    <a:bodyPr/>
                    <a:lstStyle/>
                    <a:p>
                      <a:r>
                        <a:rPr sz="2400" b="0">
                          <a:solidFill>
                            <a:srgbClr val="16181D"/>
                          </a:solidFill>
                          <a:latin typeface="Arial"/>
                        </a:rPr>
                        <a:t>70 %</a:t>
                      </a:r>
                    </a:p>
                  </a:txBody>
                  <a:tcPr marL="109728" marR="109728">
                    <a:solidFill>
                      <a:srgbClr val="FFFFFF"/>
                    </a:solidFill>
                  </a:tcPr>
                </a:tc>
                <a:tc>
                  <a:txBody>
                    <a:bodyPr/>
                    <a:lstStyle/>
                    <a:p>
                      <a:r>
                        <a:rPr sz="2400" b="1">
                          <a:solidFill>
                            <a:srgbClr val="16181D"/>
                          </a:solidFill>
                          <a:latin typeface="Arial"/>
                        </a:rPr>
                        <a:t>Overfitting</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400" b="1">
                          <a:solidFill>
                            <a:srgbClr val="16181D"/>
                          </a:solidFill>
                          <a:latin typeface="Arial"/>
                        </a:rPr>
                        <a:t>Ben</a:t>
                      </a:r>
                      <a:r>
                        <a:rPr sz="2400" b="0">
                          <a:solidFill>
                            <a:srgbClr val="16181D"/>
                          </a:solidFill>
                          <a:latin typeface="Arial"/>
                        </a:rPr>
                        <a:t> hardly studied</a:t>
                      </a:r>
                    </a:p>
                  </a:txBody>
                  <a:tcPr marL="109728" marR="109728">
                    <a:solidFill>
                      <a:srgbClr val="F7F8FA"/>
                    </a:solidFill>
                  </a:tcPr>
                </a:tc>
                <a:tc>
                  <a:txBody>
                    <a:bodyPr/>
                    <a:lstStyle/>
                    <a:p>
                      <a:r>
                        <a:rPr sz="2400" b="0">
                          <a:solidFill>
                            <a:srgbClr val="16181D"/>
                          </a:solidFill>
                          <a:latin typeface="Arial"/>
                        </a:rPr>
                        <a:t>60 %</a:t>
                      </a:r>
                    </a:p>
                  </a:txBody>
                  <a:tcPr marL="109728" marR="109728">
                    <a:solidFill>
                      <a:srgbClr val="F7F8FA"/>
                    </a:solidFill>
                  </a:tcPr>
                </a:tc>
                <a:tc>
                  <a:txBody>
                    <a:bodyPr/>
                    <a:lstStyle/>
                    <a:p>
                      <a:r>
                        <a:rPr sz="2400" b="0">
                          <a:solidFill>
                            <a:srgbClr val="16181D"/>
                          </a:solidFill>
                          <a:latin typeface="Arial"/>
                        </a:rPr>
                        <a:t>60 %</a:t>
                      </a:r>
                    </a:p>
                  </a:txBody>
                  <a:tcPr marL="109728" marR="109728">
                    <a:solidFill>
                      <a:srgbClr val="F7F8FA"/>
                    </a:solidFill>
                  </a:tcPr>
                </a:tc>
                <a:tc>
                  <a:txBody>
                    <a:bodyPr/>
                    <a:lstStyle/>
                    <a:p>
                      <a:r>
                        <a:rPr sz="2400" b="1">
                          <a:solidFill>
                            <a:srgbClr val="16181D"/>
                          </a:solidFill>
                          <a:latin typeface="Arial"/>
                        </a:rPr>
                        <a:t>Underfitting</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400" b="1">
                          <a:solidFill>
                            <a:srgbClr val="16181D"/>
                          </a:solidFill>
                          <a:latin typeface="Arial"/>
                        </a:rPr>
                        <a:t>Clara</a:t>
                      </a:r>
                      <a:r>
                        <a:rPr sz="2400" b="0">
                          <a:solidFill>
                            <a:srgbClr val="16181D"/>
                          </a:solidFill>
                          <a:latin typeface="Arial"/>
                        </a:rPr>
                        <a:t> understood</a:t>
                      </a:r>
                    </a:p>
                  </a:txBody>
                  <a:tcPr marL="109728" marR="109728">
                    <a:solidFill>
                      <a:srgbClr val="FFFFFF"/>
                    </a:solidFill>
                  </a:tcPr>
                </a:tc>
                <a:tc>
                  <a:txBody>
                    <a:bodyPr/>
                    <a:lstStyle/>
                    <a:p>
                      <a:r>
                        <a:rPr sz="2400" b="0">
                          <a:solidFill>
                            <a:srgbClr val="16181D"/>
                          </a:solidFill>
                          <a:latin typeface="Arial"/>
                        </a:rPr>
                        <a:t>90 %</a:t>
                      </a:r>
                    </a:p>
                  </a:txBody>
                  <a:tcPr marL="109728" marR="109728">
                    <a:solidFill>
                      <a:srgbClr val="FFFFFF"/>
                    </a:solidFill>
                  </a:tcPr>
                </a:tc>
                <a:tc>
                  <a:txBody>
                    <a:bodyPr/>
                    <a:lstStyle/>
                    <a:p>
                      <a:r>
                        <a:rPr sz="2400" b="0">
                          <a:solidFill>
                            <a:srgbClr val="16181D"/>
                          </a:solidFill>
                          <a:latin typeface="Arial"/>
                        </a:rPr>
                        <a:t>88 %</a:t>
                      </a:r>
                    </a:p>
                  </a:txBody>
                  <a:tcPr marL="109728" marR="109728">
                    <a:solidFill>
                      <a:srgbClr val="FFFFFF"/>
                    </a:solidFill>
                  </a:tcPr>
                </a:tc>
                <a:tc>
                  <a:txBody>
                    <a:bodyPr/>
                    <a:lstStyle/>
                    <a:p>
                      <a:r>
                        <a:rPr sz="2400" b="0" dirty="0">
                          <a:solidFill>
                            <a:srgbClr val="16181D"/>
                          </a:solidFill>
                          <a:latin typeface="Arial"/>
                        </a:rPr>
                        <a:t>A good model</a:t>
                      </a:r>
                    </a:p>
                  </a:txBody>
                  <a:tcPr marL="109728" marR="109728">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Always look at both scores. One score alone cannot tell Anna from Clara.</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F68D70CA-ECAC-418E-9382-23AFBA6B97A2}" type="slidenum">
              <a:rPr lang="en-US" sz="1200">
                <a:solidFill>
                  <a:srgbClr val="6B7280"/>
                </a:solidFill>
                <a:latin typeface="Arial"/>
              </a:rPr>
              <a:t>35</a:t>
            </a:fld>
            <a:endParaRPr lang="en-US" sz="1200">
              <a:solidFill>
                <a:srgbClr val="6B7280"/>
              </a:solidFill>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 same three, as models</a:t>
            </a:r>
          </a:p>
        </p:txBody>
      </p:sp>
      <p:pic>
        <p:nvPicPr>
          <p:cNvPr id="4" name="Picture 3" descr="fits.png"/>
          <p:cNvPicPr>
            <a:picLocks noChangeAspect="1"/>
          </p:cNvPicPr>
          <p:nvPr/>
        </p:nvPicPr>
        <p:blipFill>
          <a:blip r:embed="rId3"/>
          <a:stretch>
            <a:fillRect/>
          </a:stretch>
        </p:blipFill>
        <p:spPr>
          <a:xfrm>
            <a:off x="1184147" y="1929384"/>
            <a:ext cx="14447520" cy="5993045"/>
          </a:xfrm>
          <a:prstGeom prst="rect">
            <a:avLst/>
          </a:prstGeom>
        </p:spPr>
      </p:pic>
      <p:sp>
        <p:nvSpPr>
          <p:cNvPr id="5" name="TextBox 4"/>
          <p:cNvSpPr txBox="1"/>
          <p:nvPr/>
        </p:nvSpPr>
        <p:spPr>
          <a:xfrm>
            <a:off x="932688" y="8865045"/>
            <a:ext cx="15361920" cy="369332"/>
          </a:xfrm>
          <a:prstGeom prst="rect">
            <a:avLst/>
          </a:prstGeom>
          <a:noFill/>
        </p:spPr>
        <p:txBody>
          <a:bodyPr wrap="square">
            <a:spAutoFit/>
          </a:bodyPr>
          <a:lstStyle/>
          <a:p>
            <a:pPr>
              <a:spcAft>
                <a:spcPts val="800"/>
              </a:spcAft>
            </a:pPr>
            <a:r>
              <a:rPr sz="1800" b="0" dirty="0">
                <a:solidFill>
                  <a:srgbClr val="3A3F47"/>
                </a:solidFill>
                <a:latin typeface="Arial"/>
              </a:rPr>
              <a:t>The line is the model. Left is Ben, right is Anna, the middle is Clara.</a:t>
            </a:r>
          </a:p>
        </p:txBody>
      </p:sp>
      <p:sp>
        <p:nvSpPr>
          <p:cNvPr id="7" name="TextBox 6"/>
          <p:cNvSpPr txBox="1"/>
          <p:nvPr/>
        </p:nvSpPr>
        <p:spPr>
          <a:xfrm>
            <a:off x="15636240" y="9098280"/>
            <a:ext cx="1097280" cy="365760"/>
          </a:xfrm>
          <a:prstGeom prst="rect">
            <a:avLst/>
          </a:prstGeom>
          <a:noFill/>
        </p:spPr>
        <p:txBody>
          <a:bodyPr wrap="none">
            <a:spAutoFit/>
          </a:bodyPr>
          <a:lstStyle/>
          <a:p>
            <a:pPr algn="r"/>
            <a:fld id="{A14CBB06-E7DA-4F98-88F5-A533F683004F}" type="slidenum">
              <a:rPr lang="en-US" sz="1200">
                <a:solidFill>
                  <a:srgbClr val="6B7280"/>
                </a:solidFill>
                <a:latin typeface="Arial"/>
              </a:rPr>
              <a:t>36</a:t>
            </a:fld>
            <a:endParaRPr lang="en-US" sz="1200">
              <a:solidFill>
                <a:srgbClr val="6B7280"/>
              </a:solidFill>
              <a:latin typeface="Arial"/>
            </a:endParaRPr>
          </a:p>
        </p:txBody>
      </p:sp>
      <p:sp>
        <p:nvSpPr>
          <p:cNvPr id="9" name="TextBox 8">
            <a:extLst>
              <a:ext uri="{FF2B5EF4-FFF2-40B4-BE49-F238E27FC236}">
                <a16:creationId xmlns:a16="http://schemas.microsoft.com/office/drawing/2014/main" id="{0CD2649B-5D94-1CEB-3BB5-22232D5F8013}"/>
              </a:ext>
            </a:extLst>
          </p:cNvPr>
          <p:cNvSpPr txBox="1"/>
          <p:nvPr/>
        </p:nvSpPr>
        <p:spPr>
          <a:xfrm>
            <a:off x="2651760" y="7821845"/>
            <a:ext cx="2194560" cy="523220"/>
          </a:xfrm>
          <a:prstGeom prst="rect">
            <a:avLst/>
          </a:prstGeom>
          <a:noFill/>
        </p:spPr>
        <p:txBody>
          <a:bodyPr wrap="square">
            <a:spAutoFit/>
          </a:bodyPr>
          <a:lstStyle/>
          <a:p>
            <a:r>
              <a:rPr lang="en-US" sz="2800" dirty="0">
                <a:solidFill>
                  <a:srgbClr val="FF0000"/>
                </a:solidFill>
              </a:rPr>
              <a:t>Underfitting</a:t>
            </a:r>
            <a:endParaRPr lang="en-US" sz="4000" dirty="0">
              <a:solidFill>
                <a:srgbClr val="FF0000"/>
              </a:solidFill>
            </a:endParaRPr>
          </a:p>
        </p:txBody>
      </p:sp>
      <p:sp>
        <p:nvSpPr>
          <p:cNvPr id="10" name="TextBox 9">
            <a:extLst>
              <a:ext uri="{FF2B5EF4-FFF2-40B4-BE49-F238E27FC236}">
                <a16:creationId xmlns:a16="http://schemas.microsoft.com/office/drawing/2014/main" id="{C82F0ACE-3CA9-C8E5-537A-11EF7CA777B4}"/>
              </a:ext>
            </a:extLst>
          </p:cNvPr>
          <p:cNvSpPr txBox="1"/>
          <p:nvPr/>
        </p:nvSpPr>
        <p:spPr>
          <a:xfrm>
            <a:off x="11955779" y="7945226"/>
            <a:ext cx="2194560" cy="523220"/>
          </a:xfrm>
          <a:prstGeom prst="rect">
            <a:avLst/>
          </a:prstGeom>
          <a:noFill/>
        </p:spPr>
        <p:txBody>
          <a:bodyPr wrap="square">
            <a:spAutoFit/>
          </a:bodyPr>
          <a:lstStyle/>
          <a:p>
            <a:r>
              <a:rPr lang="en-US" sz="2800" dirty="0">
                <a:solidFill>
                  <a:srgbClr val="FF0000"/>
                </a:solidFill>
              </a:rPr>
              <a:t>Overfitting</a:t>
            </a:r>
            <a:endParaRPr lang="en-US" sz="40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Overfitting</a:t>
            </a:r>
          </a:p>
        </p:txBody>
      </p:sp>
      <p:sp>
        <p:nvSpPr>
          <p:cNvPr id="4" name="TextBox 3"/>
          <p:cNvSpPr txBox="1"/>
          <p:nvPr/>
        </p:nvSpPr>
        <p:spPr>
          <a:xfrm>
            <a:off x="969264" y="2057400"/>
            <a:ext cx="15371063" cy="4349909"/>
          </a:xfrm>
          <a:prstGeom prst="rect">
            <a:avLst/>
          </a:prstGeom>
          <a:noFill/>
        </p:spPr>
        <p:txBody>
          <a:bodyPr wrap="square">
            <a:spAutoFit/>
          </a:bodyPr>
          <a:lstStyle/>
          <a:p>
            <a:pPr>
              <a:spcAft>
                <a:spcPts val="1400"/>
              </a:spcAft>
            </a:pPr>
            <a:r>
              <a:rPr sz="3000" b="0" dirty="0">
                <a:solidFill>
                  <a:srgbClr val="16181D"/>
                </a:solidFill>
                <a:latin typeface="Arial"/>
              </a:rPr>
              <a:t>▪   </a:t>
            </a:r>
            <a:r>
              <a:rPr sz="3000" b="1" dirty="0">
                <a:solidFill>
                  <a:srgbClr val="16181D"/>
                </a:solidFill>
                <a:latin typeface="Arial"/>
              </a:rPr>
              <a:t>The model </a:t>
            </a:r>
            <a:r>
              <a:rPr sz="3000" b="1" dirty="0" err="1">
                <a:solidFill>
                  <a:srgbClr val="16181D"/>
                </a:solidFill>
                <a:latin typeface="Arial"/>
              </a:rPr>
              <a:t>memorised</a:t>
            </a:r>
            <a:r>
              <a:rPr sz="3000" b="1" dirty="0">
                <a:solidFill>
                  <a:srgbClr val="16181D"/>
                </a:solidFill>
                <a:latin typeface="Arial"/>
              </a:rPr>
              <a:t> the training data instead of learning the pattern.</a:t>
            </a:r>
          </a:p>
          <a:p>
            <a:pPr>
              <a:spcAft>
                <a:spcPts val="600"/>
              </a:spcAft>
            </a:pPr>
            <a:endParaRPr sz="3000" b="1" dirty="0">
              <a:solidFill>
                <a:srgbClr val="16181D"/>
              </a:solidFill>
              <a:latin typeface="Arial"/>
            </a:endParaRPr>
          </a:p>
          <a:p>
            <a:pPr>
              <a:spcAft>
                <a:spcPts val="1400"/>
              </a:spcAft>
            </a:pPr>
            <a:r>
              <a:rPr sz="3000" b="0" dirty="0">
                <a:solidFill>
                  <a:srgbClr val="16181D"/>
                </a:solidFill>
                <a:latin typeface="Arial"/>
              </a:rPr>
              <a:t>▪   This is </a:t>
            </a:r>
            <a:r>
              <a:rPr lang="nb-NO" sz="3000" b="0" dirty="0">
                <a:solidFill>
                  <a:srgbClr val="16181D"/>
                </a:solidFill>
                <a:latin typeface="Arial"/>
              </a:rPr>
              <a:t>student, </a:t>
            </a:r>
            <a:r>
              <a:rPr sz="3000" b="0" dirty="0">
                <a:solidFill>
                  <a:srgbClr val="16181D"/>
                </a:solidFill>
                <a:latin typeface="Arial"/>
              </a:rPr>
              <a:t>Anna.</a:t>
            </a:r>
          </a:p>
          <a:p>
            <a:pPr>
              <a:spcAft>
                <a:spcPts val="600"/>
              </a:spcAft>
            </a:pPr>
            <a:endParaRPr sz="3000" b="0" dirty="0">
              <a:solidFill>
                <a:srgbClr val="16181D"/>
              </a:solidFill>
              <a:latin typeface="Arial"/>
            </a:endParaRPr>
          </a:p>
          <a:p>
            <a:pPr>
              <a:spcAft>
                <a:spcPts val="800"/>
              </a:spcAft>
            </a:pPr>
            <a:r>
              <a:rPr sz="2500" b="0" dirty="0">
                <a:solidFill>
                  <a:srgbClr val="3A3F47"/>
                </a:solidFill>
                <a:latin typeface="Arial"/>
              </a:rPr>
              <a:t>        –   Very good on the training set</a:t>
            </a:r>
          </a:p>
          <a:p>
            <a:pPr>
              <a:spcAft>
                <a:spcPts val="800"/>
              </a:spcAft>
            </a:pPr>
            <a:r>
              <a:rPr sz="2500" b="0" dirty="0">
                <a:solidFill>
                  <a:srgbClr val="3A3F47"/>
                </a:solidFill>
                <a:latin typeface="Arial"/>
              </a:rPr>
              <a:t>        –   Clearly worse on new data</a:t>
            </a:r>
          </a:p>
          <a:p>
            <a:pPr>
              <a:spcAft>
                <a:spcPts val="600"/>
              </a:spcAft>
            </a:pPr>
            <a:endParaRPr sz="2500" b="0" dirty="0">
              <a:solidFill>
                <a:srgbClr val="3A3F47"/>
              </a:solidFill>
              <a:latin typeface="Arial"/>
            </a:endParaRPr>
          </a:p>
          <a:p>
            <a:pPr>
              <a:spcAft>
                <a:spcPts val="1400"/>
              </a:spcAft>
            </a:pPr>
            <a:r>
              <a:rPr sz="3000" b="0" dirty="0">
                <a:solidFill>
                  <a:srgbClr val="16181D"/>
                </a:solidFill>
                <a:latin typeface="Arial"/>
              </a:rPr>
              <a:t>▪   The tree from the code slide:   100 %  on training,   91 %  on test.</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Also called high variance.</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97B380F0-641A-4F70-ABA7-99DA776751FB}" type="slidenum">
              <a:rPr lang="en-US" sz="1200">
                <a:solidFill>
                  <a:srgbClr val="6B7280"/>
                </a:solidFill>
                <a:latin typeface="Arial"/>
              </a:rPr>
              <a:t>37</a:t>
            </a:fld>
            <a:endParaRPr lang="en-US" sz="1200">
              <a:solidFill>
                <a:srgbClr val="6B7280"/>
              </a:solidFill>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Underfitting</a:t>
            </a:r>
          </a:p>
        </p:txBody>
      </p:sp>
      <p:sp>
        <p:nvSpPr>
          <p:cNvPr id="4" name="TextBox 3"/>
          <p:cNvSpPr txBox="1"/>
          <p:nvPr/>
        </p:nvSpPr>
        <p:spPr>
          <a:xfrm>
            <a:off x="969264" y="2057400"/>
            <a:ext cx="15371063" cy="4349909"/>
          </a:xfrm>
          <a:prstGeom prst="rect">
            <a:avLst/>
          </a:prstGeom>
          <a:noFill/>
        </p:spPr>
        <p:txBody>
          <a:bodyPr wrap="square">
            <a:spAutoFit/>
          </a:bodyPr>
          <a:lstStyle/>
          <a:p>
            <a:pPr>
              <a:spcAft>
                <a:spcPts val="1400"/>
              </a:spcAft>
            </a:pPr>
            <a:r>
              <a:rPr sz="3000" b="0" dirty="0">
                <a:solidFill>
                  <a:srgbClr val="16181D"/>
                </a:solidFill>
                <a:latin typeface="Arial"/>
              </a:rPr>
              <a:t>▪   </a:t>
            </a:r>
            <a:r>
              <a:rPr sz="3000" b="1" dirty="0">
                <a:solidFill>
                  <a:srgbClr val="16181D"/>
                </a:solidFill>
                <a:latin typeface="Arial"/>
              </a:rPr>
              <a:t>The model is too simple to learn the pattern.</a:t>
            </a:r>
          </a:p>
          <a:p>
            <a:pPr>
              <a:spcAft>
                <a:spcPts val="600"/>
              </a:spcAft>
            </a:pPr>
            <a:endParaRPr sz="3000" b="1" dirty="0">
              <a:solidFill>
                <a:srgbClr val="16181D"/>
              </a:solidFill>
              <a:latin typeface="Arial"/>
            </a:endParaRPr>
          </a:p>
          <a:p>
            <a:pPr>
              <a:spcAft>
                <a:spcPts val="1400"/>
              </a:spcAft>
            </a:pPr>
            <a:r>
              <a:rPr sz="3000" b="0" dirty="0">
                <a:solidFill>
                  <a:srgbClr val="16181D"/>
                </a:solidFill>
                <a:latin typeface="Arial"/>
              </a:rPr>
              <a:t>▪   This is </a:t>
            </a:r>
            <a:r>
              <a:rPr lang="nb-NO" sz="3000" dirty="0">
                <a:solidFill>
                  <a:srgbClr val="16181D"/>
                </a:solidFill>
                <a:latin typeface="Arial"/>
              </a:rPr>
              <a:t>s</a:t>
            </a:r>
            <a:r>
              <a:rPr lang="nb-NO" sz="3000" b="0" dirty="0">
                <a:solidFill>
                  <a:srgbClr val="16181D"/>
                </a:solidFill>
                <a:latin typeface="Arial"/>
              </a:rPr>
              <a:t>tudent, </a:t>
            </a:r>
            <a:r>
              <a:rPr sz="3000" b="0" dirty="0">
                <a:solidFill>
                  <a:srgbClr val="16181D"/>
                </a:solidFill>
                <a:latin typeface="Arial"/>
              </a:rPr>
              <a:t>Ben.</a:t>
            </a:r>
          </a:p>
          <a:p>
            <a:pPr>
              <a:spcAft>
                <a:spcPts val="600"/>
              </a:spcAft>
            </a:pPr>
            <a:endParaRPr sz="3000" b="0" dirty="0">
              <a:solidFill>
                <a:srgbClr val="16181D"/>
              </a:solidFill>
              <a:latin typeface="Arial"/>
            </a:endParaRPr>
          </a:p>
          <a:p>
            <a:pPr>
              <a:spcAft>
                <a:spcPts val="800"/>
              </a:spcAft>
            </a:pPr>
            <a:r>
              <a:rPr sz="2500" b="0" dirty="0">
                <a:solidFill>
                  <a:srgbClr val="3A3F47"/>
                </a:solidFill>
                <a:latin typeface="Arial"/>
              </a:rPr>
              <a:t>        –   Poor on the training set</a:t>
            </a:r>
          </a:p>
          <a:p>
            <a:pPr>
              <a:spcAft>
                <a:spcPts val="800"/>
              </a:spcAft>
            </a:pPr>
            <a:r>
              <a:rPr sz="2500" b="0" dirty="0">
                <a:solidFill>
                  <a:srgbClr val="3A3F47"/>
                </a:solidFill>
                <a:latin typeface="Arial"/>
              </a:rPr>
              <a:t>        –   Poor on new data too</a:t>
            </a:r>
          </a:p>
          <a:p>
            <a:pPr>
              <a:spcAft>
                <a:spcPts val="600"/>
              </a:spcAft>
            </a:pPr>
            <a:endParaRPr sz="2500" b="0" dirty="0">
              <a:solidFill>
                <a:srgbClr val="3A3F47"/>
              </a:solidFill>
              <a:latin typeface="Arial"/>
            </a:endParaRPr>
          </a:p>
          <a:p>
            <a:pPr>
              <a:spcAft>
                <a:spcPts val="1400"/>
              </a:spcAft>
            </a:pPr>
            <a:r>
              <a:rPr sz="3000" b="0" dirty="0">
                <a:solidFill>
                  <a:srgbClr val="16181D"/>
                </a:solidFill>
                <a:latin typeface="Arial"/>
              </a:rPr>
              <a:t>▪   Example: a straight line through points that follow a curve.</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Also called high bias.</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F8BCB416-C36F-4334-B8AC-F9E091750E5D}" type="slidenum">
              <a:rPr lang="en-US" sz="1200">
                <a:solidFill>
                  <a:srgbClr val="6B7280"/>
                </a:solidFill>
                <a:latin typeface="Arial"/>
              </a:rPr>
              <a:t>38</a:t>
            </a:fld>
            <a:endParaRPr lang="en-US" sz="1200">
              <a:solidFill>
                <a:srgbClr val="6B7280"/>
              </a:solidFill>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All three in one picture</a:t>
            </a:r>
          </a:p>
        </p:txBody>
      </p:sp>
      <p:pic>
        <p:nvPicPr>
          <p:cNvPr id="4" name="Picture 3" descr="overfitting.png"/>
          <p:cNvPicPr>
            <a:picLocks noChangeAspect="1"/>
          </p:cNvPicPr>
          <p:nvPr/>
        </p:nvPicPr>
        <p:blipFill>
          <a:blip r:embed="rId3"/>
          <a:stretch>
            <a:fillRect/>
          </a:stretch>
        </p:blipFill>
        <p:spPr>
          <a:xfrm>
            <a:off x="969264" y="1828800"/>
            <a:ext cx="14447520" cy="5993045"/>
          </a:xfrm>
          <a:prstGeom prst="rect">
            <a:avLst/>
          </a:prstGeom>
        </p:spPr>
      </p:pic>
      <p:sp>
        <p:nvSpPr>
          <p:cNvPr id="5" name="TextBox 4"/>
          <p:cNvSpPr txBox="1"/>
          <p:nvPr/>
        </p:nvSpPr>
        <p:spPr>
          <a:xfrm>
            <a:off x="969264" y="8001000"/>
            <a:ext cx="15361920" cy="548640"/>
          </a:xfrm>
          <a:prstGeom prst="rect">
            <a:avLst/>
          </a:prstGeom>
          <a:noFill/>
        </p:spPr>
        <p:txBody>
          <a:bodyPr wrap="square">
            <a:spAutoFit/>
          </a:bodyPr>
          <a:lstStyle/>
          <a:p>
            <a:pPr>
              <a:spcAft>
                <a:spcPts val="800"/>
              </a:spcAft>
            </a:pPr>
            <a:r>
              <a:rPr sz="2200" b="0">
                <a:solidFill>
                  <a:srgbClr val="3A3F47"/>
                </a:solidFill>
                <a:latin typeface="Arial"/>
              </a:rPr>
              <a:t>A decision tree that is allowed to get more and more complicated.</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150B82A8-85FF-4963-A857-36C0850E1F46}" type="slidenum">
              <a:rPr lang="en-US" sz="1200">
                <a:solidFill>
                  <a:srgbClr val="6B7280"/>
                </a:solidFill>
                <a:latin typeface="Arial"/>
              </a:rPr>
              <a:t>39</a:t>
            </a:fld>
            <a:endParaRPr lang="en-US" sz="1200">
              <a:solidFill>
                <a:srgbClr val="6B7280"/>
              </a:solidFill>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How to fix it</a:t>
            </a:r>
          </a:p>
        </p:txBody>
      </p:sp>
      <p:sp>
        <p:nvSpPr>
          <p:cNvPr id="4" name="Rectangle 3"/>
          <p:cNvSpPr/>
          <p:nvPr/>
        </p:nvSpPr>
        <p:spPr>
          <a:xfrm>
            <a:off x="96926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6035040"/>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43584" y="2221992"/>
            <a:ext cx="6995160" cy="640080"/>
          </a:xfrm>
          <a:prstGeom prst="rect">
            <a:avLst/>
          </a:prstGeom>
          <a:noFill/>
        </p:spPr>
        <p:txBody>
          <a:bodyPr wrap="none">
            <a:spAutoFit/>
          </a:bodyPr>
          <a:lstStyle/>
          <a:p>
            <a:r>
              <a:rPr sz="3200" b="1" dirty="0">
                <a:solidFill>
                  <a:srgbClr val="16181D"/>
                </a:solidFill>
                <a:latin typeface="Arial"/>
              </a:rPr>
              <a:t>Underfitting </a:t>
            </a:r>
            <a:r>
              <a:rPr lang="en-US" sz="3200" b="1" dirty="0">
                <a:solidFill>
                  <a:srgbClr val="16181D"/>
                </a:solidFill>
                <a:latin typeface="Arial"/>
              </a:rPr>
              <a:t> (Ben)</a:t>
            </a:r>
            <a:endParaRPr sz="3200" b="1" dirty="0">
              <a:solidFill>
                <a:srgbClr val="16181D"/>
              </a:solidFill>
              <a:latin typeface="Arial"/>
            </a:endParaRPr>
          </a:p>
        </p:txBody>
      </p:sp>
      <p:sp>
        <p:nvSpPr>
          <p:cNvPr id="7" name="TextBox 6"/>
          <p:cNvSpPr txBox="1"/>
          <p:nvPr/>
        </p:nvSpPr>
        <p:spPr>
          <a:xfrm>
            <a:off x="1243584" y="2971800"/>
            <a:ext cx="6949440" cy="4937760"/>
          </a:xfrm>
          <a:prstGeom prst="rect">
            <a:avLst/>
          </a:prstGeom>
          <a:noFill/>
        </p:spPr>
        <p:txBody>
          <a:bodyPr wrap="square">
            <a:spAutoFit/>
          </a:bodyPr>
          <a:lstStyle/>
          <a:p>
            <a:pPr>
              <a:spcAft>
                <a:spcPts val="1100"/>
              </a:spcAft>
            </a:pPr>
            <a:r>
              <a:rPr sz="2800" b="0">
                <a:solidFill>
                  <a:srgbClr val="16181D"/>
                </a:solidFill>
                <a:latin typeface="Arial"/>
              </a:rPr>
              <a:t>▪   Use a more flexible model</a:t>
            </a:r>
          </a:p>
          <a:p>
            <a:pPr>
              <a:spcAft>
                <a:spcPts val="1100"/>
              </a:spcAft>
            </a:pPr>
            <a:r>
              <a:rPr sz="2800" b="0">
                <a:solidFill>
                  <a:srgbClr val="16181D"/>
                </a:solidFill>
                <a:latin typeface="Arial"/>
              </a:rPr>
              <a:t>▪   Add better features</a:t>
            </a:r>
          </a:p>
          <a:p>
            <a:pPr>
              <a:spcAft>
                <a:spcPts val="1100"/>
              </a:spcAft>
            </a:pPr>
            <a:r>
              <a:rPr sz="2800" b="0">
                <a:solidFill>
                  <a:srgbClr val="16181D"/>
                </a:solidFill>
                <a:latin typeface="Arial"/>
              </a:rPr>
              <a:t>▪   More data does </a:t>
            </a:r>
            <a:r>
              <a:rPr sz="2800" b="1">
                <a:solidFill>
                  <a:srgbClr val="16181D"/>
                </a:solidFill>
                <a:latin typeface="Arial"/>
              </a:rPr>
              <a:t>not</a:t>
            </a:r>
            <a:r>
              <a:rPr sz="2800" b="0">
                <a:solidFill>
                  <a:srgbClr val="16181D"/>
                </a:solidFill>
                <a:latin typeface="Arial"/>
              </a:rPr>
              <a:t> help</a:t>
            </a:r>
          </a:p>
        </p:txBody>
      </p:sp>
      <p:sp>
        <p:nvSpPr>
          <p:cNvPr id="8" name="Rectangle 7"/>
          <p:cNvSpPr/>
          <p:nvPr/>
        </p:nvSpPr>
        <p:spPr>
          <a:xfrm>
            <a:off x="887882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878824" y="2057400"/>
            <a:ext cx="82296" cy="60350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53144" y="2221992"/>
            <a:ext cx="6995160" cy="640080"/>
          </a:xfrm>
          <a:prstGeom prst="rect">
            <a:avLst/>
          </a:prstGeom>
          <a:noFill/>
        </p:spPr>
        <p:txBody>
          <a:bodyPr wrap="none">
            <a:spAutoFit/>
          </a:bodyPr>
          <a:lstStyle/>
          <a:p>
            <a:r>
              <a:rPr sz="3200" b="1" dirty="0">
                <a:solidFill>
                  <a:srgbClr val="16181D"/>
                </a:solidFill>
                <a:latin typeface="Arial"/>
              </a:rPr>
              <a:t>Overfitting </a:t>
            </a:r>
            <a:r>
              <a:rPr lang="en-US" sz="3200" b="1" dirty="0">
                <a:solidFill>
                  <a:srgbClr val="16181D"/>
                </a:solidFill>
                <a:latin typeface="Arial"/>
              </a:rPr>
              <a:t> (Anna)</a:t>
            </a:r>
            <a:endParaRPr sz="3200" b="1" dirty="0">
              <a:solidFill>
                <a:srgbClr val="16181D"/>
              </a:solidFill>
              <a:latin typeface="Arial"/>
            </a:endParaRPr>
          </a:p>
        </p:txBody>
      </p:sp>
      <p:sp>
        <p:nvSpPr>
          <p:cNvPr id="11" name="TextBox 10"/>
          <p:cNvSpPr txBox="1"/>
          <p:nvPr/>
        </p:nvSpPr>
        <p:spPr>
          <a:xfrm>
            <a:off x="9153144" y="2971800"/>
            <a:ext cx="6949440" cy="4937760"/>
          </a:xfrm>
          <a:prstGeom prst="rect">
            <a:avLst/>
          </a:prstGeom>
          <a:noFill/>
        </p:spPr>
        <p:txBody>
          <a:bodyPr wrap="square">
            <a:spAutoFit/>
          </a:bodyPr>
          <a:lstStyle/>
          <a:p>
            <a:pPr>
              <a:spcAft>
                <a:spcPts val="1100"/>
              </a:spcAft>
            </a:pPr>
            <a:r>
              <a:rPr sz="2800" b="0">
                <a:solidFill>
                  <a:srgbClr val="16181D"/>
                </a:solidFill>
                <a:latin typeface="Arial"/>
              </a:rPr>
              <a:t>▪   Get more training data</a:t>
            </a:r>
          </a:p>
          <a:p>
            <a:pPr>
              <a:spcAft>
                <a:spcPts val="1100"/>
              </a:spcAft>
            </a:pPr>
            <a:r>
              <a:rPr sz="2800" b="0">
                <a:solidFill>
                  <a:srgbClr val="16181D"/>
                </a:solidFill>
                <a:latin typeface="Arial"/>
              </a:rPr>
              <a:t>▪   Use a simpler model</a:t>
            </a:r>
          </a:p>
          <a:p>
            <a:pPr>
              <a:spcAft>
                <a:spcPts val="1100"/>
              </a:spcAft>
            </a:pPr>
            <a:r>
              <a:rPr sz="2800" b="0">
                <a:solidFill>
                  <a:srgbClr val="16181D"/>
                </a:solidFill>
                <a:latin typeface="Arial"/>
              </a:rPr>
              <a:t>▪   Use fewer features</a:t>
            </a:r>
          </a:p>
        </p:txBody>
      </p:sp>
      <p:sp>
        <p:nvSpPr>
          <p:cNvPr id="12" name="TextBox 11"/>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The two lists are opposites. Find out which problem you have before you change anything.</a:t>
            </a:r>
          </a:p>
        </p:txBody>
      </p:sp>
      <p:sp>
        <p:nvSpPr>
          <p:cNvPr id="13" name="TextBox 12"/>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14" name="TextBox 13"/>
          <p:cNvSpPr txBox="1"/>
          <p:nvPr/>
        </p:nvSpPr>
        <p:spPr>
          <a:xfrm>
            <a:off x="15636240" y="9098280"/>
            <a:ext cx="1097280" cy="365760"/>
          </a:xfrm>
          <a:prstGeom prst="rect">
            <a:avLst/>
          </a:prstGeom>
          <a:noFill/>
        </p:spPr>
        <p:txBody>
          <a:bodyPr wrap="none">
            <a:spAutoFit/>
          </a:bodyPr>
          <a:lstStyle/>
          <a:p>
            <a:pPr algn="r"/>
            <a:fld id="{4A497DF0-ABB0-4B26-8C45-A052241FB8B5}" type="slidenum">
              <a:rPr lang="en-US" sz="1200">
                <a:solidFill>
                  <a:srgbClr val="6B7280"/>
                </a:solidFill>
                <a:latin typeface="Arial"/>
              </a:rPr>
              <a:t>40</a:t>
            </a:fld>
            <a:endParaRPr lang="en-US" sz="1200">
              <a:solidFill>
                <a:srgbClr val="6B7280"/>
              </a:solidFill>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should we fix first ?</a:t>
            </a:r>
          </a:p>
        </p:txBody>
      </p:sp>
      <p:sp>
        <p:nvSpPr>
          <p:cNvPr id="3" name="Rectangle 2"/>
          <p:cNvSpPr/>
          <p:nvPr/>
        </p:nvSpPr>
        <p:spPr>
          <a:xfrm>
            <a:off x="969264" y="3566160"/>
            <a:ext cx="2926080" cy="201168"/>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3886200"/>
            <a:ext cx="12801600" cy="548640"/>
          </a:xfrm>
          <a:prstGeom prst="rect">
            <a:avLst/>
          </a:prstGeom>
          <a:noFill/>
        </p:spPr>
        <p:txBody>
          <a:bodyPr wrap="none">
            <a:spAutoFit/>
          </a:bodyPr>
          <a:lstStyle/>
          <a:p>
            <a:r>
              <a:rPr sz="2000" b="1">
                <a:solidFill>
                  <a:srgbClr val="6B7280"/>
                </a:solidFill>
                <a:latin typeface="Arial"/>
              </a:rPr>
              <a:t>IDEA 4</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fld id="{D4AC6415-774D-4AAD-820A-2C43DA399B09}" type="slidenum">
              <a:rPr lang="en-US" sz="1200">
                <a:solidFill>
                  <a:srgbClr val="6B7280"/>
                </a:solidFill>
                <a:latin typeface="Arial"/>
              </a:rPr>
              <a:t>41</a:t>
            </a:fld>
            <a:endParaRPr lang="en-US" sz="1200">
              <a:solidFill>
                <a:srgbClr val="6B7280"/>
              </a:solidFill>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237744"/>
            <a:ext cx="15371063" cy="384048"/>
          </a:xfrm>
          <a:prstGeom prst="rect">
            <a:avLst/>
          </a:prstGeom>
          <a:noFill/>
        </p:spPr>
        <p:txBody>
          <a:bodyPr wrap="none">
            <a:spAutoFit/>
          </a:bodyPr>
          <a:lstStyle/>
          <a:p>
            <a:r>
              <a:rPr sz="1500" b="1">
                <a:solidFill>
                  <a:srgbClr val="FFFFFF"/>
                </a:solidFill>
                <a:latin typeface="Arial"/>
              </a:rPr>
              <a:t>DISCUSS  ·  2 MINUTES</a:t>
            </a:r>
          </a:p>
        </p:txBody>
      </p:sp>
      <p:sp>
        <p:nvSpPr>
          <p:cNvPr id="4" name="TextBox 3"/>
          <p:cNvSpPr txBox="1"/>
          <p:nvPr/>
        </p:nvSpPr>
        <p:spPr>
          <a:xfrm>
            <a:off x="969264" y="658368"/>
            <a:ext cx="15371063" cy="868680"/>
          </a:xfrm>
          <a:prstGeom prst="rect">
            <a:avLst/>
          </a:prstGeom>
          <a:noFill/>
        </p:spPr>
        <p:txBody>
          <a:bodyPr wrap="square">
            <a:spAutoFit/>
          </a:bodyPr>
          <a:lstStyle/>
          <a:p>
            <a:r>
              <a:rPr sz="4400" b="1">
                <a:solidFill>
                  <a:srgbClr val="FFFFFF"/>
                </a:solidFill>
                <a:latin typeface="Arial"/>
              </a:rPr>
              <a:t>The dog problem</a:t>
            </a:r>
          </a:p>
        </p:txBody>
      </p:sp>
      <p:sp>
        <p:nvSpPr>
          <p:cNvPr id="5" name="TextBox 4"/>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A team has an app that finds cats in photos.</a:t>
            </a:r>
          </a:p>
          <a:p>
            <a:pPr>
              <a:spcAft>
                <a:spcPts val="1400"/>
              </a:spcAft>
            </a:pPr>
            <a:r>
              <a:rPr sz="3000" b="0">
                <a:solidFill>
                  <a:srgbClr val="16181D"/>
                </a:solidFill>
                <a:latin typeface="Arial"/>
              </a:rPr>
              <a:t>▪   It is wrong on </a:t>
            </a:r>
            <a:r>
              <a:rPr sz="3000" b="1">
                <a:solidFill>
                  <a:srgbClr val="16181D"/>
                </a:solidFill>
                <a:latin typeface="Arial"/>
              </a:rPr>
              <a:t>10 out of 100</a:t>
            </a:r>
            <a:r>
              <a:rPr sz="3000" b="0">
                <a:solidFill>
                  <a:srgbClr val="16181D"/>
                </a:solidFill>
                <a:latin typeface="Arial"/>
              </a:rPr>
              <a:t> photos.</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Someone notices that it sometimes calls </a:t>
            </a:r>
            <a:r>
              <a:rPr sz="3000" b="1">
                <a:solidFill>
                  <a:srgbClr val="16181D"/>
                </a:solidFill>
                <a:latin typeface="Arial"/>
              </a:rPr>
              <a:t>dogs</a:t>
            </a:r>
            <a:r>
              <a:rPr sz="3000" b="0">
                <a:solidFill>
                  <a:srgbClr val="16181D"/>
                </a:solidFill>
                <a:latin typeface="Arial"/>
              </a:rPr>
              <a:t> cats,</a:t>
            </a:r>
          </a:p>
          <a:p>
            <a:pPr>
              <a:spcAft>
                <a:spcPts val="1400"/>
              </a:spcAft>
            </a:pPr>
            <a:r>
              <a:rPr sz="3000" b="0">
                <a:solidFill>
                  <a:srgbClr val="16181D"/>
                </a:solidFill>
                <a:latin typeface="Arial"/>
              </a:rPr>
              <a:t>▪   and wants to spend a month fixing that.</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Good idea ?   What would you check first ?</a:t>
            </a:r>
          </a:p>
        </p:txBody>
      </p:sp>
      <p:sp>
        <p:nvSpPr>
          <p:cNvPr id="6" name="TextBox 5"/>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Machine Learning Yearning, chapter 14.</a:t>
            </a:r>
          </a:p>
        </p:txBody>
      </p:sp>
      <p:sp>
        <p:nvSpPr>
          <p:cNvPr id="7" name="TextBox 6"/>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8" name="TextBox 7"/>
          <p:cNvSpPr txBox="1"/>
          <p:nvPr/>
        </p:nvSpPr>
        <p:spPr>
          <a:xfrm>
            <a:off x="15636240" y="9098280"/>
            <a:ext cx="1097280" cy="365760"/>
          </a:xfrm>
          <a:prstGeom prst="rect">
            <a:avLst/>
          </a:prstGeom>
          <a:noFill/>
        </p:spPr>
        <p:txBody>
          <a:bodyPr wrap="none">
            <a:spAutoFit/>
          </a:bodyPr>
          <a:lstStyle/>
          <a:p>
            <a:pPr algn="r"/>
            <a:fld id="{5ED4FAD5-6DE3-4619-AB9E-29897F533CD2}" type="slidenum">
              <a:rPr lang="en-US" sz="1200">
                <a:solidFill>
                  <a:srgbClr val="6B7280"/>
                </a:solidFill>
                <a:latin typeface="Arial"/>
              </a:rPr>
              <a:t>42</a:t>
            </a:fld>
            <a:endParaRPr lang="en-US" sz="1200">
              <a:solidFill>
                <a:srgbClr val="6B7280"/>
              </a:solidFill>
              <a:latin typeface="Arial"/>
            </a:endParaRPr>
          </a:p>
        </p:txBody>
      </p:sp>
      <p:pic>
        <p:nvPicPr>
          <p:cNvPr id="9" name="Picture 8">
            <a:extLst>
              <a:ext uri="{FF2B5EF4-FFF2-40B4-BE49-F238E27FC236}">
                <a16:creationId xmlns:a16="http://schemas.microsoft.com/office/drawing/2014/main" id="{0BD957B4-373A-A849-3077-A7456CE8C4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00956" y="2996184"/>
            <a:ext cx="4382968" cy="419404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Look at the mistakes and count</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Open 100 photos the model got wrong. Count the dogs.</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a:t>
            </a:r>
            <a:r>
              <a:rPr sz="3000" b="1">
                <a:solidFill>
                  <a:srgbClr val="16181D"/>
                </a:solidFill>
                <a:latin typeface="Arial"/>
              </a:rPr>
              <a:t>5 are dogs</a:t>
            </a:r>
          </a:p>
          <a:p>
            <a:pPr>
              <a:spcAft>
                <a:spcPts val="800"/>
              </a:spcAft>
            </a:pPr>
            <a:r>
              <a:rPr sz="2500" b="0">
                <a:solidFill>
                  <a:srgbClr val="3A3F47"/>
                </a:solidFill>
                <a:latin typeface="Arial"/>
              </a:rPr>
              <a:t>        –   Fixing dogs fixes 5 of every 100 mistakes. Not worth a month</a:t>
            </a:r>
          </a:p>
          <a:p>
            <a:pPr>
              <a:spcAft>
                <a:spcPts val="600"/>
              </a:spcAft>
            </a:pPr>
            <a:endParaRPr sz="2500" b="0">
              <a:solidFill>
                <a:srgbClr val="3A3F47"/>
              </a:solidFill>
              <a:latin typeface="Arial"/>
            </a:endParaRPr>
          </a:p>
          <a:p>
            <a:pPr>
              <a:spcAft>
                <a:spcPts val="1400"/>
              </a:spcAft>
            </a:pPr>
            <a:r>
              <a:rPr sz="3000" b="0">
                <a:solidFill>
                  <a:srgbClr val="16181D"/>
                </a:solidFill>
                <a:latin typeface="Arial"/>
              </a:rPr>
              <a:t>▪   </a:t>
            </a:r>
            <a:r>
              <a:rPr sz="3000" b="1">
                <a:solidFill>
                  <a:srgbClr val="16181D"/>
                </a:solidFill>
                <a:latin typeface="Arial"/>
              </a:rPr>
              <a:t>50 are dogs</a:t>
            </a:r>
          </a:p>
          <a:p>
            <a:pPr>
              <a:spcAft>
                <a:spcPts val="800"/>
              </a:spcAft>
            </a:pPr>
            <a:r>
              <a:rPr sz="2500" b="0">
                <a:solidFill>
                  <a:srgbClr val="3A3F47"/>
                </a:solidFill>
                <a:latin typeface="Arial"/>
              </a:rPr>
              <a:t>        –   Fixing dogs fixes half of all mistakes. Start today</a:t>
            </a:r>
          </a:p>
          <a:p>
            <a:pPr>
              <a:spcAft>
                <a:spcPts val="600"/>
              </a:spcAft>
            </a:pPr>
            <a:endParaRPr sz="2500" b="0">
              <a:solidFill>
                <a:srgbClr val="3A3F47"/>
              </a:solidFill>
              <a:latin typeface="Arial"/>
            </a:endParaRPr>
          </a:p>
          <a:p>
            <a:pPr>
              <a:spcAft>
                <a:spcPts val="1400"/>
              </a:spcAft>
            </a:pPr>
            <a:r>
              <a:rPr sz="3000" b="0">
                <a:solidFill>
                  <a:srgbClr val="16181D"/>
                </a:solidFill>
                <a:latin typeface="Arial"/>
              </a:rPr>
              <a:t>▪   This is called </a:t>
            </a:r>
            <a:r>
              <a:rPr sz="3000" b="1">
                <a:solidFill>
                  <a:srgbClr val="16181D"/>
                </a:solidFill>
                <a:latin typeface="Arial"/>
              </a:rPr>
              <a:t>error analysis</a:t>
            </a:r>
            <a:r>
              <a:rPr sz="3000" b="0">
                <a:solidFill>
                  <a:srgbClr val="16181D"/>
                </a:solidFill>
                <a:latin typeface="Arial"/>
              </a:rPr>
              <a:t>.</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Like going through a marked exam to see which topic your wrong answers came from.</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A726DF4A-AE6B-457A-97F5-6645AEA3AC56}" type="slidenum">
              <a:rPr lang="en-US" sz="1200">
                <a:solidFill>
                  <a:srgbClr val="6B7280"/>
                </a:solidFill>
                <a:latin typeface="Arial"/>
              </a:rPr>
              <a:t>43</a:t>
            </a:fld>
            <a:endParaRPr lang="en-US" sz="1200">
              <a:solidFill>
                <a:srgbClr val="6B7280"/>
              </a:solidFill>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So — is a 90 % model good ?</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a:t>
            </a:r>
            <a:r>
              <a:rPr sz="3000" b="1">
                <a:solidFill>
                  <a:srgbClr val="16181D"/>
                </a:solidFill>
                <a:latin typeface="Arial"/>
              </a:rPr>
              <a:t>1.   Was it tested on new data ?</a:t>
            </a:r>
          </a:p>
          <a:p>
            <a:pPr>
              <a:spcAft>
                <a:spcPts val="800"/>
              </a:spcAft>
            </a:pPr>
            <a:r>
              <a:rPr sz="2500" b="0">
                <a:solidFill>
                  <a:srgbClr val="3A3F47"/>
                </a:solidFill>
                <a:latin typeface="Arial"/>
              </a:rPr>
              <a:t>        –   training set  ·  test set  ·  validation set</a:t>
            </a:r>
          </a:p>
          <a:p>
            <a:pPr>
              <a:spcAft>
                <a:spcPts val="1400"/>
              </a:spcAft>
            </a:pPr>
            <a:r>
              <a:rPr sz="3000" b="0">
                <a:solidFill>
                  <a:srgbClr val="16181D"/>
                </a:solidFill>
                <a:latin typeface="Arial"/>
              </a:rPr>
              <a:t>▪   </a:t>
            </a:r>
            <a:r>
              <a:rPr sz="3000" b="1">
                <a:solidFill>
                  <a:srgbClr val="16181D"/>
                </a:solidFill>
                <a:latin typeface="Arial"/>
              </a:rPr>
              <a:t>2.   What kind of mistakes does it make ?</a:t>
            </a:r>
          </a:p>
          <a:p>
            <a:pPr>
              <a:spcAft>
                <a:spcPts val="800"/>
              </a:spcAft>
            </a:pPr>
            <a:r>
              <a:rPr sz="2500" b="0">
                <a:solidFill>
                  <a:srgbClr val="3A3F47"/>
                </a:solidFill>
                <a:latin typeface="Arial"/>
              </a:rPr>
              <a:t>        –   recall  ·  precision</a:t>
            </a:r>
          </a:p>
          <a:p>
            <a:pPr>
              <a:spcAft>
                <a:spcPts val="1400"/>
              </a:spcAft>
            </a:pPr>
            <a:r>
              <a:rPr sz="3000" b="0">
                <a:solidFill>
                  <a:srgbClr val="16181D"/>
                </a:solidFill>
                <a:latin typeface="Arial"/>
              </a:rPr>
              <a:t>▪   </a:t>
            </a:r>
            <a:r>
              <a:rPr sz="3000" b="1">
                <a:solidFill>
                  <a:srgbClr val="16181D"/>
                </a:solidFill>
                <a:latin typeface="Arial"/>
              </a:rPr>
              <a:t>3.   Did it learn, or did it memorise ?</a:t>
            </a:r>
          </a:p>
          <a:p>
            <a:pPr>
              <a:spcAft>
                <a:spcPts val="800"/>
              </a:spcAft>
            </a:pPr>
            <a:r>
              <a:rPr sz="2500" b="0">
                <a:solidFill>
                  <a:srgbClr val="3A3F47"/>
                </a:solidFill>
                <a:latin typeface="Arial"/>
              </a:rPr>
              <a:t>        –   overfitting  ·  underfitting</a:t>
            </a:r>
          </a:p>
          <a:p>
            <a:pPr>
              <a:spcAft>
                <a:spcPts val="1400"/>
              </a:spcAft>
            </a:pPr>
            <a:r>
              <a:rPr sz="3000" b="0">
                <a:solidFill>
                  <a:srgbClr val="16181D"/>
                </a:solidFill>
                <a:latin typeface="Arial"/>
              </a:rPr>
              <a:t>▪   </a:t>
            </a:r>
            <a:r>
              <a:rPr sz="3000" b="1">
                <a:solidFill>
                  <a:srgbClr val="16181D"/>
                </a:solidFill>
                <a:latin typeface="Arial"/>
              </a:rPr>
              <a:t>4.   What should we fix first ?</a:t>
            </a:r>
          </a:p>
          <a:p>
            <a:pPr>
              <a:spcAft>
                <a:spcPts val="800"/>
              </a:spcAft>
            </a:pPr>
            <a:r>
              <a:rPr sz="2500" b="0">
                <a:solidFill>
                  <a:srgbClr val="3A3F47"/>
                </a:solidFill>
                <a:latin typeface="Arial"/>
              </a:rPr>
              <a:t>        –   error analysis</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fld id="{E4623F91-7BD0-40FE-8C14-CF54043E5286}" type="slidenum">
              <a:rPr lang="en-US" sz="1200">
                <a:solidFill>
                  <a:srgbClr val="6B7280"/>
                </a:solidFill>
                <a:latin typeface="Arial"/>
              </a:rPr>
              <a:t>44</a:t>
            </a:fld>
            <a:endParaRPr lang="en-US" sz="1200">
              <a:solidFill>
                <a:srgbClr val="6B7280"/>
              </a:solidFill>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Today's words</a:t>
            </a:r>
          </a:p>
        </p:txBody>
      </p:sp>
      <p:graphicFrame>
        <p:nvGraphicFramePr>
          <p:cNvPr id="4" name="Table 3"/>
          <p:cNvGraphicFramePr>
            <a:graphicFrameLocks noGrp="1"/>
          </p:cNvGraphicFramePr>
          <p:nvPr/>
        </p:nvGraphicFramePr>
        <p:xfrm>
          <a:off x="969264" y="2057400"/>
          <a:ext cx="15371062" cy="5669280"/>
        </p:xfrm>
        <a:graphic>
          <a:graphicData uri="http://schemas.openxmlformats.org/drawingml/2006/table">
            <a:tbl>
              <a:tblPr firstRow="1" bandRow="1">
                <a:tableStyleId>{5C22544A-7EE6-4342-B048-85BDC9FD1C3A}</a:tableStyleId>
              </a:tblPr>
              <a:tblGrid>
                <a:gridCol w="3659776">
                  <a:extLst>
                    <a:ext uri="{9D8B030D-6E8A-4147-A177-3AD203B41FA5}">
                      <a16:colId xmlns:a16="http://schemas.microsoft.com/office/drawing/2014/main" val="20000"/>
                    </a:ext>
                  </a:extLst>
                </a:gridCol>
                <a:gridCol w="11711286">
                  <a:extLst>
                    <a:ext uri="{9D8B030D-6E8A-4147-A177-3AD203B41FA5}">
                      <a16:colId xmlns:a16="http://schemas.microsoft.com/office/drawing/2014/main" val="20001"/>
                    </a:ext>
                  </a:extLst>
                </a:gridCol>
              </a:tblGrid>
              <a:tr h="566928">
                <a:tc>
                  <a:txBody>
                    <a:bodyPr/>
                    <a:lstStyle/>
                    <a:p>
                      <a:r>
                        <a:rPr sz="2200" b="1">
                          <a:solidFill>
                            <a:srgbClr val="16181D"/>
                          </a:solidFill>
                          <a:latin typeface="Arial"/>
                        </a:rPr>
                        <a:t>Word</a:t>
                      </a:r>
                    </a:p>
                  </a:txBody>
                  <a:tcPr marL="109728" marR="109728">
                    <a:solidFill>
                      <a:srgbClr val="FFDC00"/>
                    </a:solidFill>
                  </a:tcPr>
                </a:tc>
                <a:tc>
                  <a:txBody>
                    <a:bodyPr/>
                    <a:lstStyle/>
                    <a:p>
                      <a:r>
                        <a:rPr sz="2200" b="1">
                          <a:solidFill>
                            <a:srgbClr val="16181D"/>
                          </a:solidFill>
                          <a:latin typeface="Arial"/>
                        </a:rPr>
                        <a:t>In plain language</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100" b="1">
                          <a:solidFill>
                            <a:srgbClr val="16181D"/>
                          </a:solidFill>
                          <a:latin typeface="Arial"/>
                        </a:rPr>
                        <a:t>Training set</a:t>
                      </a:r>
                    </a:p>
                  </a:txBody>
                  <a:tcPr marL="109728" marR="109728">
                    <a:solidFill>
                      <a:srgbClr val="FFFFFF"/>
                    </a:solidFill>
                  </a:tcPr>
                </a:tc>
                <a:tc>
                  <a:txBody>
                    <a:bodyPr/>
                    <a:lstStyle/>
                    <a:p>
                      <a:r>
                        <a:rPr sz="2100" b="0">
                          <a:solidFill>
                            <a:srgbClr val="16181D"/>
                          </a:solidFill>
                          <a:latin typeface="Arial"/>
                        </a:rPr>
                        <a:t>The data the model learns from — the exercises</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100" b="1">
                          <a:solidFill>
                            <a:srgbClr val="16181D"/>
                          </a:solidFill>
                          <a:latin typeface="Arial"/>
                        </a:rPr>
                        <a:t>Validation set</a:t>
                      </a:r>
                    </a:p>
                  </a:txBody>
                  <a:tcPr marL="109728" marR="109728">
                    <a:solidFill>
                      <a:srgbClr val="F7F8FA"/>
                    </a:solidFill>
                  </a:tcPr>
                </a:tc>
                <a:tc>
                  <a:txBody>
                    <a:bodyPr/>
                    <a:lstStyle/>
                    <a:p>
                      <a:r>
                        <a:rPr sz="2100" b="0">
                          <a:solidFill>
                            <a:srgbClr val="16181D"/>
                          </a:solidFill>
                          <a:latin typeface="Arial"/>
                        </a:rPr>
                        <a:t>Data for choosing between models — the mock exam. Also: dev set</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100" b="1">
                          <a:solidFill>
                            <a:srgbClr val="16181D"/>
                          </a:solidFill>
                          <a:latin typeface="Arial"/>
                        </a:rPr>
                        <a:t>Test set</a:t>
                      </a:r>
                    </a:p>
                  </a:txBody>
                  <a:tcPr marL="109728" marR="109728">
                    <a:solidFill>
                      <a:srgbClr val="FFFFFF"/>
                    </a:solidFill>
                  </a:tcPr>
                </a:tc>
                <a:tc>
                  <a:txBody>
                    <a:bodyPr/>
                    <a:lstStyle/>
                    <a:p>
                      <a:r>
                        <a:rPr sz="2100" b="0">
                          <a:solidFill>
                            <a:srgbClr val="16181D"/>
                          </a:solidFill>
                          <a:latin typeface="Arial"/>
                        </a:rPr>
                        <a:t>Hidden data, used once at the end — the real exam</a:t>
                      </a:r>
                    </a:p>
                  </a:txBody>
                  <a:tcPr marL="109728" marR="109728">
                    <a:solidFill>
                      <a:srgbClr val="FFFFFF"/>
                    </a:solidFill>
                  </a:tcPr>
                </a:tc>
                <a:extLst>
                  <a:ext uri="{0D108BD9-81ED-4DB2-BD59-A6C34878D82A}">
                    <a16:rowId xmlns:a16="http://schemas.microsoft.com/office/drawing/2014/main" val="10003"/>
                  </a:ext>
                </a:extLst>
              </a:tr>
              <a:tr h="566928">
                <a:tc>
                  <a:txBody>
                    <a:bodyPr/>
                    <a:lstStyle/>
                    <a:p>
                      <a:r>
                        <a:rPr sz="2100" b="1">
                          <a:solidFill>
                            <a:srgbClr val="16181D"/>
                          </a:solidFill>
                          <a:latin typeface="Arial"/>
                        </a:rPr>
                        <a:t>Overfitting</a:t>
                      </a:r>
                    </a:p>
                  </a:txBody>
                  <a:tcPr marL="109728" marR="109728">
                    <a:solidFill>
                      <a:srgbClr val="F7F8FA"/>
                    </a:solidFill>
                  </a:tcPr>
                </a:tc>
                <a:tc>
                  <a:txBody>
                    <a:bodyPr/>
                    <a:lstStyle/>
                    <a:p>
                      <a:r>
                        <a:rPr sz="2100" b="0">
                          <a:solidFill>
                            <a:srgbClr val="16181D"/>
                          </a:solidFill>
                          <a:latin typeface="Arial"/>
                        </a:rPr>
                        <a:t>Memorised. Good on training data, worse on new data. High variance</a:t>
                      </a:r>
                    </a:p>
                  </a:txBody>
                  <a:tcPr marL="109728" marR="109728">
                    <a:solidFill>
                      <a:srgbClr val="F7F8FA"/>
                    </a:solidFill>
                  </a:tcPr>
                </a:tc>
                <a:extLst>
                  <a:ext uri="{0D108BD9-81ED-4DB2-BD59-A6C34878D82A}">
                    <a16:rowId xmlns:a16="http://schemas.microsoft.com/office/drawing/2014/main" val="10004"/>
                  </a:ext>
                </a:extLst>
              </a:tr>
              <a:tr h="566928">
                <a:tc>
                  <a:txBody>
                    <a:bodyPr/>
                    <a:lstStyle/>
                    <a:p>
                      <a:r>
                        <a:rPr sz="2100" b="1">
                          <a:solidFill>
                            <a:srgbClr val="16181D"/>
                          </a:solidFill>
                          <a:latin typeface="Arial"/>
                        </a:rPr>
                        <a:t>Underfitting</a:t>
                      </a:r>
                    </a:p>
                  </a:txBody>
                  <a:tcPr marL="109728" marR="109728">
                    <a:solidFill>
                      <a:srgbClr val="FFFFFF"/>
                    </a:solidFill>
                  </a:tcPr>
                </a:tc>
                <a:tc>
                  <a:txBody>
                    <a:bodyPr/>
                    <a:lstStyle/>
                    <a:p>
                      <a:r>
                        <a:rPr sz="2100" b="0">
                          <a:solidFill>
                            <a:srgbClr val="16181D"/>
                          </a:solidFill>
                          <a:latin typeface="Arial"/>
                        </a:rPr>
                        <a:t>Too simple. Poor on training data and on new data. High bias</a:t>
                      </a:r>
                    </a:p>
                  </a:txBody>
                  <a:tcPr marL="109728" marR="109728">
                    <a:solidFill>
                      <a:srgbClr val="FFFFFF"/>
                    </a:solidFill>
                  </a:tcPr>
                </a:tc>
                <a:extLst>
                  <a:ext uri="{0D108BD9-81ED-4DB2-BD59-A6C34878D82A}">
                    <a16:rowId xmlns:a16="http://schemas.microsoft.com/office/drawing/2014/main" val="10005"/>
                  </a:ext>
                </a:extLst>
              </a:tr>
              <a:tr h="566928">
                <a:tc>
                  <a:txBody>
                    <a:bodyPr/>
                    <a:lstStyle/>
                    <a:p>
                      <a:r>
                        <a:rPr sz="2100" b="1">
                          <a:solidFill>
                            <a:srgbClr val="16181D"/>
                          </a:solidFill>
                          <a:latin typeface="Arial"/>
                        </a:rPr>
                        <a:t>Confusion matrix</a:t>
                      </a:r>
                    </a:p>
                  </a:txBody>
                  <a:tcPr marL="109728" marR="109728">
                    <a:solidFill>
                      <a:srgbClr val="F7F8FA"/>
                    </a:solidFill>
                  </a:tcPr>
                </a:tc>
                <a:tc>
                  <a:txBody>
                    <a:bodyPr/>
                    <a:lstStyle/>
                    <a:p>
                      <a:r>
                        <a:rPr sz="2100" b="0">
                          <a:solidFill>
                            <a:srgbClr val="16181D"/>
                          </a:solidFill>
                          <a:latin typeface="Arial"/>
                        </a:rPr>
                        <a:t>Table of found, missed, false alarms and left alone</a:t>
                      </a:r>
                    </a:p>
                  </a:txBody>
                  <a:tcPr marL="109728" marR="109728">
                    <a:solidFill>
                      <a:srgbClr val="F7F8FA"/>
                    </a:solidFill>
                  </a:tcPr>
                </a:tc>
                <a:extLst>
                  <a:ext uri="{0D108BD9-81ED-4DB2-BD59-A6C34878D82A}">
                    <a16:rowId xmlns:a16="http://schemas.microsoft.com/office/drawing/2014/main" val="10006"/>
                  </a:ext>
                </a:extLst>
              </a:tr>
              <a:tr h="566928">
                <a:tc>
                  <a:txBody>
                    <a:bodyPr/>
                    <a:lstStyle/>
                    <a:p>
                      <a:r>
                        <a:rPr sz="2100" b="1">
                          <a:solidFill>
                            <a:srgbClr val="16181D"/>
                          </a:solidFill>
                          <a:latin typeface="Arial"/>
                        </a:rPr>
                        <a:t>Recall</a:t>
                      </a:r>
                    </a:p>
                  </a:txBody>
                  <a:tcPr marL="109728" marR="109728">
                    <a:solidFill>
                      <a:srgbClr val="FFFFFF"/>
                    </a:solidFill>
                  </a:tcPr>
                </a:tc>
                <a:tc>
                  <a:txBody>
                    <a:bodyPr/>
                    <a:lstStyle/>
                    <a:p>
                      <a:r>
                        <a:rPr sz="2100" b="0">
                          <a:solidFill>
                            <a:srgbClr val="16181D"/>
                          </a:solidFill>
                          <a:latin typeface="Arial"/>
                        </a:rPr>
                        <a:t>Of the real cases, how many did the model find ?</a:t>
                      </a:r>
                    </a:p>
                  </a:txBody>
                  <a:tcPr marL="109728" marR="109728">
                    <a:solidFill>
                      <a:srgbClr val="FFFFFF"/>
                    </a:solidFill>
                  </a:tcPr>
                </a:tc>
                <a:extLst>
                  <a:ext uri="{0D108BD9-81ED-4DB2-BD59-A6C34878D82A}">
                    <a16:rowId xmlns:a16="http://schemas.microsoft.com/office/drawing/2014/main" val="10007"/>
                  </a:ext>
                </a:extLst>
              </a:tr>
              <a:tr h="566928">
                <a:tc>
                  <a:txBody>
                    <a:bodyPr/>
                    <a:lstStyle/>
                    <a:p>
                      <a:r>
                        <a:rPr sz="2100" b="1">
                          <a:solidFill>
                            <a:srgbClr val="16181D"/>
                          </a:solidFill>
                          <a:latin typeface="Arial"/>
                        </a:rPr>
                        <a:t>Precision</a:t>
                      </a:r>
                    </a:p>
                  </a:txBody>
                  <a:tcPr marL="109728" marR="109728">
                    <a:solidFill>
                      <a:srgbClr val="F7F8FA"/>
                    </a:solidFill>
                  </a:tcPr>
                </a:tc>
                <a:tc>
                  <a:txBody>
                    <a:bodyPr/>
                    <a:lstStyle/>
                    <a:p>
                      <a:r>
                        <a:rPr sz="2100" b="0">
                          <a:solidFill>
                            <a:srgbClr val="16181D"/>
                          </a:solidFill>
                          <a:latin typeface="Arial"/>
                        </a:rPr>
                        <a:t>Of the model's alarms, how many were real ?</a:t>
                      </a:r>
                    </a:p>
                  </a:txBody>
                  <a:tcPr marL="109728" marR="109728">
                    <a:solidFill>
                      <a:srgbClr val="F7F8FA"/>
                    </a:solidFill>
                  </a:tcPr>
                </a:tc>
                <a:extLst>
                  <a:ext uri="{0D108BD9-81ED-4DB2-BD59-A6C34878D82A}">
                    <a16:rowId xmlns:a16="http://schemas.microsoft.com/office/drawing/2014/main" val="10008"/>
                  </a:ext>
                </a:extLst>
              </a:tr>
              <a:tr h="566928">
                <a:tc>
                  <a:txBody>
                    <a:bodyPr/>
                    <a:lstStyle/>
                    <a:p>
                      <a:r>
                        <a:rPr sz="2100" b="1">
                          <a:solidFill>
                            <a:srgbClr val="16181D"/>
                          </a:solidFill>
                          <a:latin typeface="Arial"/>
                        </a:rPr>
                        <a:t>Error analysis</a:t>
                      </a:r>
                    </a:p>
                  </a:txBody>
                  <a:tcPr marL="109728" marR="109728">
                    <a:solidFill>
                      <a:srgbClr val="FFFFFF"/>
                    </a:solidFill>
                  </a:tcPr>
                </a:tc>
                <a:tc>
                  <a:txBody>
                    <a:bodyPr/>
                    <a:lstStyle/>
                    <a:p>
                      <a:r>
                        <a:rPr sz="2100" b="0">
                          <a:solidFill>
                            <a:srgbClr val="16181D"/>
                          </a:solidFill>
                          <a:latin typeface="Arial"/>
                        </a:rPr>
                        <a:t>Looking at the mistakes and counting the causes</a:t>
                      </a:r>
                    </a:p>
                  </a:txBody>
                  <a:tcPr marL="109728" marR="109728">
                    <a:solidFill>
                      <a:srgbClr val="FFFFFF"/>
                    </a:solidFill>
                  </a:tcPr>
                </a:tc>
                <a:extLst>
                  <a:ext uri="{0D108BD9-81ED-4DB2-BD59-A6C34878D82A}">
                    <a16:rowId xmlns:a16="http://schemas.microsoft.com/office/drawing/2014/main" val="10009"/>
                  </a:ext>
                </a:extLst>
              </a:tr>
            </a:tbl>
          </a:graphicData>
        </a:graphic>
      </p:graphicFrame>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fld id="{60F23DF9-D239-4702-BA7A-B7FA76F3589D}" type="slidenum">
              <a:rPr lang="en-US" sz="1200">
                <a:solidFill>
                  <a:srgbClr val="6B7280"/>
                </a:solidFill>
                <a:latin typeface="Arial"/>
              </a:rPr>
              <a:t>45</a:t>
            </a:fld>
            <a:endParaRPr lang="en-US" sz="1200">
              <a:solidFill>
                <a:srgbClr val="6B7280"/>
              </a:solidFill>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237744"/>
            <a:ext cx="15371063" cy="384048"/>
          </a:xfrm>
          <a:prstGeom prst="rect">
            <a:avLst/>
          </a:prstGeom>
          <a:noFill/>
        </p:spPr>
        <p:txBody>
          <a:bodyPr wrap="none">
            <a:spAutoFit/>
          </a:bodyPr>
          <a:lstStyle/>
          <a:p>
            <a:r>
              <a:rPr sz="1500" b="1">
                <a:solidFill>
                  <a:srgbClr val="FFFFFF"/>
                </a:solidFill>
                <a:latin typeface="Arial"/>
              </a:rPr>
              <a:t>EXAM-STYLE QUESTIONS</a:t>
            </a:r>
          </a:p>
        </p:txBody>
      </p:sp>
      <p:sp>
        <p:nvSpPr>
          <p:cNvPr id="4" name="TextBox 3"/>
          <p:cNvSpPr txBox="1"/>
          <p:nvPr/>
        </p:nvSpPr>
        <p:spPr>
          <a:xfrm>
            <a:off x="969264" y="658368"/>
            <a:ext cx="15371063" cy="868680"/>
          </a:xfrm>
          <a:prstGeom prst="rect">
            <a:avLst/>
          </a:prstGeom>
          <a:noFill/>
        </p:spPr>
        <p:txBody>
          <a:bodyPr wrap="square">
            <a:spAutoFit/>
          </a:bodyPr>
          <a:lstStyle/>
          <a:p>
            <a:r>
              <a:rPr sz="4400" b="1">
                <a:solidFill>
                  <a:srgbClr val="FFFFFF"/>
                </a:solidFill>
                <a:latin typeface="Arial"/>
              </a:rPr>
              <a:t>Check yourself</a:t>
            </a:r>
          </a:p>
        </p:txBody>
      </p:sp>
      <p:sp>
        <p:nvSpPr>
          <p:cNvPr id="5" name="TextBox 4"/>
          <p:cNvSpPr txBox="1"/>
          <p:nvPr/>
        </p:nvSpPr>
        <p:spPr>
          <a:xfrm>
            <a:off x="969264" y="2057400"/>
            <a:ext cx="15371063" cy="6446520"/>
          </a:xfrm>
          <a:prstGeom prst="rect">
            <a:avLst/>
          </a:prstGeom>
          <a:noFill/>
        </p:spPr>
        <p:txBody>
          <a:bodyPr wrap="square">
            <a:spAutoFit/>
          </a:bodyPr>
          <a:lstStyle/>
          <a:p>
            <a:pPr>
              <a:spcAft>
                <a:spcPts val="1400"/>
              </a:spcAft>
            </a:pPr>
            <a:r>
              <a:rPr sz="2800" b="0">
                <a:solidFill>
                  <a:srgbClr val="16181D"/>
                </a:solidFill>
                <a:latin typeface="Arial"/>
              </a:rPr>
              <a:t>▪   </a:t>
            </a:r>
            <a:r>
              <a:rPr sz="2800" b="1">
                <a:solidFill>
                  <a:srgbClr val="16181D"/>
                </a:solidFill>
                <a:latin typeface="Arial"/>
              </a:rPr>
              <a:t>1.</a:t>
            </a:r>
            <a:r>
              <a:rPr sz="2800" b="0">
                <a:solidFill>
                  <a:srgbClr val="16181D"/>
                </a:solidFill>
                <a:latin typeface="Arial"/>
              </a:rPr>
              <a:t>   A model scores 100 % on the training set and 70 % on the test set.</a:t>
            </a:r>
          </a:p>
          <a:p>
            <a:pPr>
              <a:spcAft>
                <a:spcPts val="1400"/>
              </a:spcAft>
            </a:pPr>
            <a:r>
              <a:rPr sz="2800" b="0">
                <a:solidFill>
                  <a:srgbClr val="16181D"/>
                </a:solidFill>
                <a:latin typeface="Arial"/>
              </a:rPr>
              <a:t>▪            What is this called ?</a:t>
            </a:r>
          </a:p>
          <a:p>
            <a:pPr>
              <a:spcAft>
                <a:spcPts val="600"/>
              </a:spcAft>
            </a:pPr>
            <a:endParaRPr sz="2800" b="0">
              <a:solidFill>
                <a:srgbClr val="16181D"/>
              </a:solidFill>
              <a:latin typeface="Arial"/>
            </a:endParaRPr>
          </a:p>
          <a:p>
            <a:pPr>
              <a:spcAft>
                <a:spcPts val="1400"/>
              </a:spcAft>
            </a:pPr>
            <a:r>
              <a:rPr sz="2800" b="0">
                <a:solidFill>
                  <a:srgbClr val="16181D"/>
                </a:solidFill>
                <a:latin typeface="Arial"/>
              </a:rPr>
              <a:t>▪   </a:t>
            </a:r>
            <a:r>
              <a:rPr sz="2800" b="1">
                <a:solidFill>
                  <a:srgbClr val="16181D"/>
                </a:solidFill>
                <a:latin typeface="Arial"/>
              </a:rPr>
              <a:t>2.</a:t>
            </a:r>
            <a:r>
              <a:rPr sz="2800" b="0">
                <a:solidFill>
                  <a:srgbClr val="16181D"/>
                </a:solidFill>
                <a:latin typeface="Arial"/>
              </a:rPr>
              <a:t>   20 e-mails are spam. A filter finds 10 of them.</a:t>
            </a:r>
          </a:p>
          <a:p>
            <a:pPr>
              <a:spcAft>
                <a:spcPts val="1400"/>
              </a:spcAft>
            </a:pPr>
            <a:r>
              <a:rPr sz="2800" b="0">
                <a:solidFill>
                  <a:srgbClr val="16181D"/>
                </a:solidFill>
                <a:latin typeface="Arial"/>
              </a:rPr>
              <a:t>▪            What is its recall ?</a:t>
            </a:r>
          </a:p>
          <a:p>
            <a:pPr>
              <a:spcAft>
                <a:spcPts val="600"/>
              </a:spcAft>
            </a:pPr>
            <a:endParaRPr sz="2800" b="0">
              <a:solidFill>
                <a:srgbClr val="16181D"/>
              </a:solidFill>
              <a:latin typeface="Arial"/>
            </a:endParaRPr>
          </a:p>
          <a:p>
            <a:pPr>
              <a:spcAft>
                <a:spcPts val="1400"/>
              </a:spcAft>
            </a:pPr>
            <a:r>
              <a:rPr sz="2800" b="0">
                <a:solidFill>
                  <a:srgbClr val="16181D"/>
                </a:solidFill>
                <a:latin typeface="Arial"/>
              </a:rPr>
              <a:t>▪   </a:t>
            </a:r>
            <a:r>
              <a:rPr sz="2800" b="1">
                <a:solidFill>
                  <a:srgbClr val="16181D"/>
                </a:solidFill>
                <a:latin typeface="Arial"/>
              </a:rPr>
              <a:t>3.</a:t>
            </a:r>
            <a:r>
              <a:rPr sz="2800" b="0">
                <a:solidFill>
                  <a:srgbClr val="16181D"/>
                </a:solidFill>
                <a:latin typeface="Arial"/>
              </a:rPr>
              <a:t>   The filter flags 10 e-mails. 8 of them really are spam.</a:t>
            </a:r>
          </a:p>
          <a:p>
            <a:pPr>
              <a:spcAft>
                <a:spcPts val="1400"/>
              </a:spcAft>
            </a:pPr>
            <a:r>
              <a:rPr sz="2800" b="0">
                <a:solidFill>
                  <a:srgbClr val="16181D"/>
                </a:solidFill>
                <a:latin typeface="Arial"/>
              </a:rPr>
              <a:t>▪            What is its precision ?</a:t>
            </a:r>
          </a:p>
        </p:txBody>
      </p:sp>
      <p:sp>
        <p:nvSpPr>
          <p:cNvPr id="6" name="TextBox 5"/>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636240" y="9098280"/>
            <a:ext cx="1097280" cy="365760"/>
          </a:xfrm>
          <a:prstGeom prst="rect">
            <a:avLst/>
          </a:prstGeom>
          <a:noFill/>
        </p:spPr>
        <p:txBody>
          <a:bodyPr wrap="none">
            <a:spAutoFit/>
          </a:bodyPr>
          <a:lstStyle/>
          <a:p>
            <a:pPr algn="r"/>
            <a:fld id="{5984A4A9-1095-4C36-ADE4-67F362A386A2}" type="slidenum">
              <a:rPr lang="en-US" sz="1200">
                <a:solidFill>
                  <a:srgbClr val="6B7280"/>
                </a:solidFill>
                <a:latin typeface="Arial"/>
              </a:rPr>
              <a:t>46</a:t>
            </a:fld>
            <a:endParaRPr lang="en-US" sz="1200">
              <a:solidFill>
                <a:srgbClr val="6B7280"/>
              </a:solidFill>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Answers</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200" b="0">
                <a:solidFill>
                  <a:srgbClr val="16181D"/>
                </a:solidFill>
                <a:latin typeface="Arial"/>
              </a:rPr>
              <a:t>▪   </a:t>
            </a:r>
            <a:r>
              <a:rPr sz="3200" b="1">
                <a:solidFill>
                  <a:srgbClr val="16181D"/>
                </a:solidFill>
                <a:latin typeface="Arial"/>
              </a:rPr>
              <a:t>1.</a:t>
            </a:r>
            <a:r>
              <a:rPr sz="3200" b="0">
                <a:solidFill>
                  <a:srgbClr val="16181D"/>
                </a:solidFill>
                <a:latin typeface="Arial"/>
              </a:rPr>
              <a:t>   Overfitting. The model memorised the training data.</a:t>
            </a:r>
          </a:p>
          <a:p>
            <a:pPr>
              <a:spcAft>
                <a:spcPts val="600"/>
              </a:spcAft>
            </a:pPr>
            <a:endParaRPr sz="3200" b="0">
              <a:solidFill>
                <a:srgbClr val="16181D"/>
              </a:solidFill>
              <a:latin typeface="Arial"/>
            </a:endParaRPr>
          </a:p>
          <a:p>
            <a:pPr>
              <a:spcAft>
                <a:spcPts val="1400"/>
              </a:spcAft>
            </a:pPr>
            <a:r>
              <a:rPr sz="3200" b="0">
                <a:solidFill>
                  <a:srgbClr val="16181D"/>
                </a:solidFill>
                <a:latin typeface="Arial"/>
              </a:rPr>
              <a:t>▪   </a:t>
            </a:r>
            <a:r>
              <a:rPr sz="3200" b="1">
                <a:solidFill>
                  <a:srgbClr val="16181D"/>
                </a:solidFill>
                <a:latin typeface="Arial"/>
              </a:rPr>
              <a:t>2.</a:t>
            </a:r>
            <a:r>
              <a:rPr sz="3200" b="0">
                <a:solidFill>
                  <a:srgbClr val="16181D"/>
                </a:solidFill>
                <a:latin typeface="Arial"/>
              </a:rPr>
              <a:t>   10 out of 20   =   </a:t>
            </a:r>
            <a:r>
              <a:rPr sz="3200" b="1">
                <a:solidFill>
                  <a:srgbClr val="16181D"/>
                </a:solidFill>
                <a:latin typeface="Arial"/>
              </a:rPr>
              <a:t>50 %</a:t>
            </a:r>
          </a:p>
          <a:p>
            <a:pPr>
              <a:spcAft>
                <a:spcPts val="600"/>
              </a:spcAft>
            </a:pPr>
            <a:endParaRPr sz="3200" b="1">
              <a:solidFill>
                <a:srgbClr val="16181D"/>
              </a:solidFill>
              <a:latin typeface="Arial"/>
            </a:endParaRPr>
          </a:p>
          <a:p>
            <a:pPr>
              <a:spcAft>
                <a:spcPts val="1400"/>
              </a:spcAft>
            </a:pPr>
            <a:r>
              <a:rPr sz="3200" b="0">
                <a:solidFill>
                  <a:srgbClr val="16181D"/>
                </a:solidFill>
                <a:latin typeface="Arial"/>
              </a:rPr>
              <a:t>▪   </a:t>
            </a:r>
            <a:r>
              <a:rPr sz="3200" b="1">
                <a:solidFill>
                  <a:srgbClr val="16181D"/>
                </a:solidFill>
                <a:latin typeface="Arial"/>
              </a:rPr>
              <a:t>3.</a:t>
            </a:r>
            <a:r>
              <a:rPr sz="3200" b="0">
                <a:solidFill>
                  <a:srgbClr val="16181D"/>
                </a:solidFill>
                <a:latin typeface="Arial"/>
              </a:rPr>
              <a:t>   8 out of 10   =   </a:t>
            </a:r>
            <a:r>
              <a:rPr sz="3200" b="1">
                <a:solidFill>
                  <a:srgbClr val="16181D"/>
                </a:solidFill>
                <a:latin typeface="Arial"/>
              </a:rPr>
              <a:t>80 %</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fld id="{D8A9251C-63EE-472E-8D02-EED66EB57C04}" type="slidenum">
              <a:rPr lang="en-US" sz="1200">
                <a:solidFill>
                  <a:srgbClr val="6B7280"/>
                </a:solidFill>
                <a:latin typeface="Arial"/>
              </a:rPr>
              <a:t>47</a:t>
            </a:fld>
            <a:endParaRPr lang="en-US" sz="1200">
              <a:solidFill>
                <a:srgbClr val="6B7280"/>
              </a:solidFill>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Reading and lab</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2800" b="0" dirty="0">
                <a:solidFill>
                  <a:srgbClr val="16181D"/>
                </a:solidFill>
                <a:latin typeface="Arial"/>
              </a:rPr>
              <a:t>▪   </a:t>
            </a:r>
            <a:r>
              <a:rPr sz="2800" b="1" dirty="0">
                <a:solidFill>
                  <a:srgbClr val="16181D"/>
                </a:solidFill>
                <a:latin typeface="Arial"/>
              </a:rPr>
              <a:t>Machine Learning Yearning</a:t>
            </a:r>
            <a:r>
              <a:rPr sz="2800" b="0" dirty="0">
                <a:solidFill>
                  <a:srgbClr val="16181D"/>
                </a:solidFill>
                <a:latin typeface="Arial"/>
              </a:rPr>
              <a:t> — Andrew Ng</a:t>
            </a:r>
          </a:p>
          <a:p>
            <a:pPr>
              <a:spcAft>
                <a:spcPts val="800"/>
              </a:spcAft>
            </a:pPr>
            <a:r>
              <a:rPr sz="2300" b="0" dirty="0">
                <a:solidFill>
                  <a:srgbClr val="3A3F47"/>
                </a:solidFill>
                <a:latin typeface="Arial"/>
              </a:rPr>
              <a:t>        –   Chapters 6–12:  development and test sets</a:t>
            </a:r>
          </a:p>
          <a:p>
            <a:pPr>
              <a:spcAft>
                <a:spcPts val="800"/>
              </a:spcAft>
            </a:pPr>
            <a:r>
              <a:rPr sz="2300" b="0" dirty="0">
                <a:solidFill>
                  <a:srgbClr val="3A3F47"/>
                </a:solidFill>
                <a:latin typeface="Arial"/>
              </a:rPr>
              <a:t>        –   Chapters 13–19:  error analysis</a:t>
            </a:r>
          </a:p>
          <a:p>
            <a:pPr>
              <a:spcAft>
                <a:spcPts val="600"/>
              </a:spcAft>
            </a:pPr>
            <a:endParaRPr sz="2300" b="0" dirty="0">
              <a:solidFill>
                <a:srgbClr val="3A3F47"/>
              </a:solidFill>
              <a:latin typeface="Arial"/>
            </a:endParaRPr>
          </a:p>
          <a:p>
            <a:pPr>
              <a:spcAft>
                <a:spcPts val="1400"/>
              </a:spcAft>
            </a:pPr>
            <a:r>
              <a:rPr sz="2800" b="0" dirty="0">
                <a:solidFill>
                  <a:srgbClr val="16181D"/>
                </a:solidFill>
                <a:latin typeface="Arial"/>
              </a:rPr>
              <a:t>▪   </a:t>
            </a:r>
            <a:r>
              <a:rPr sz="2800" b="1" dirty="0">
                <a:solidFill>
                  <a:srgbClr val="16181D"/>
                </a:solidFill>
                <a:latin typeface="Arial"/>
              </a:rPr>
              <a:t>In the lab</a:t>
            </a:r>
          </a:p>
          <a:p>
            <a:pPr>
              <a:spcAft>
                <a:spcPts val="800"/>
              </a:spcAft>
            </a:pPr>
            <a:r>
              <a:rPr sz="2300" b="0" dirty="0">
                <a:solidFill>
                  <a:srgbClr val="3A3F47"/>
                </a:solidFill>
                <a:latin typeface="Arial"/>
              </a:rPr>
              <a:t>        –   Split, train, and compare the training score with the test score</a:t>
            </a:r>
          </a:p>
          <a:p>
            <a:pPr>
              <a:spcAft>
                <a:spcPts val="800"/>
              </a:spcAft>
            </a:pPr>
            <a:r>
              <a:rPr sz="2300" b="0" dirty="0">
                <a:solidFill>
                  <a:srgbClr val="3A3F47"/>
                </a:solidFill>
                <a:latin typeface="Arial"/>
              </a:rPr>
              <a:t>        –   Make a tree overfit, then fix it with </a:t>
            </a:r>
            <a:r>
              <a:rPr sz="2100" b="0" dirty="0" err="1">
                <a:solidFill>
                  <a:srgbClr val="0B3D6B"/>
                </a:solidFill>
                <a:latin typeface="Consolas"/>
              </a:rPr>
              <a:t>max_depth</a:t>
            </a:r>
            <a:endParaRPr sz="2100" b="0" dirty="0">
              <a:solidFill>
                <a:srgbClr val="0B3D6B"/>
              </a:solidFill>
              <a:latin typeface="Consolas"/>
            </a:endParaRPr>
          </a:p>
          <a:p>
            <a:pPr>
              <a:spcAft>
                <a:spcPts val="800"/>
              </a:spcAft>
            </a:pPr>
            <a:r>
              <a:rPr sz="2300" b="0" dirty="0">
                <a:solidFill>
                  <a:srgbClr val="3A3F47"/>
                </a:solidFill>
                <a:latin typeface="Arial"/>
              </a:rPr>
              <a:t>        –   Print a confusion matrix and work out recall and precision</a:t>
            </a:r>
          </a:p>
        </p:txBody>
      </p:sp>
      <p:sp>
        <p:nvSpPr>
          <p:cNvPr id="5" name="TextBox 4"/>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636240" y="9098280"/>
            <a:ext cx="1097280" cy="365760"/>
          </a:xfrm>
          <a:prstGeom prst="rect">
            <a:avLst/>
          </a:prstGeom>
          <a:noFill/>
        </p:spPr>
        <p:txBody>
          <a:bodyPr wrap="none">
            <a:spAutoFit/>
          </a:bodyPr>
          <a:lstStyle/>
          <a:p>
            <a:pPr algn="r"/>
            <a:fld id="{884DA61F-8212-4742-90CB-390A0BA67A9D}" type="slidenum">
              <a:rPr lang="en-US" sz="1200">
                <a:solidFill>
                  <a:srgbClr val="6B7280"/>
                </a:solidFill>
                <a:latin typeface="Arial"/>
              </a:rPr>
              <a:t>48</a:t>
            </a:fld>
            <a:endParaRPr lang="en-US" sz="1200">
              <a:solidFill>
                <a:srgbClr val="6B7280"/>
              </a:solidFill>
              <a:latin typeface="Aria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tema">
  <a:themeElements>
    <a:clrScheme name="OsloMet">
      <a:dk1>
        <a:sysClr val="windowText" lastClr="000000"/>
      </a:dk1>
      <a:lt1>
        <a:sysClr val="window" lastClr="FFFFFF"/>
      </a:lt1>
      <a:dk2>
        <a:srgbClr val="000000"/>
      </a:dk2>
      <a:lt2>
        <a:srgbClr val="D7D7D7"/>
      </a:lt2>
      <a:accent1>
        <a:srgbClr val="FFDC00"/>
      </a:accent1>
      <a:accent2>
        <a:srgbClr val="E02D00"/>
      </a:accent2>
      <a:accent3>
        <a:srgbClr val="007ACC"/>
      </a:accent3>
      <a:accent4>
        <a:srgbClr val="99002B"/>
      </a:accent4>
      <a:accent5>
        <a:srgbClr val="000064"/>
      </a:accent5>
      <a:accent6>
        <a:srgbClr val="FF81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OsloMet_english.pptx" id="{C20C4326-27AB-419E-A60B-DC7B0629D82C}" vid="{20D9E6D3-32F2-4C7A-B997-1D5DBD08A3A1}"/>
    </a:ext>
  </a:extLst>
</a:theme>
</file>

<file path=ppt/theme/theme2.xml><?xml version="1.0" encoding="utf-8"?>
<a:theme xmlns:a="http://schemas.openxmlformats.org/drawingml/2006/main" name="1_Office-tema">
  <a:themeElements>
    <a:clrScheme name="OsloMet">
      <a:dk1>
        <a:sysClr val="windowText" lastClr="000000"/>
      </a:dk1>
      <a:lt1>
        <a:sysClr val="window" lastClr="FFFFFF"/>
      </a:lt1>
      <a:dk2>
        <a:srgbClr val="000000"/>
      </a:dk2>
      <a:lt2>
        <a:srgbClr val="D7D7D7"/>
      </a:lt2>
      <a:accent1>
        <a:srgbClr val="FFDC00"/>
      </a:accent1>
      <a:accent2>
        <a:srgbClr val="E02D00"/>
      </a:accent2>
      <a:accent3>
        <a:srgbClr val="007ACC"/>
      </a:accent3>
      <a:accent4>
        <a:srgbClr val="99002B"/>
      </a:accent4>
      <a:accent5>
        <a:srgbClr val="000064"/>
      </a:accent5>
      <a:accent6>
        <a:srgbClr val="FF81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OsloMet_english.pptx" id="{C20C4326-27AB-419E-A60B-DC7B0629D82C}" vid="{B571884E-641B-4B14-A4C2-E6C27909D956}"/>
    </a:ext>
  </a:extLst>
</a:theme>
</file>

<file path=ppt/theme/theme3.xml><?xml version="1.0" encoding="utf-8"?>
<a:theme xmlns:a="http://schemas.openxmlformats.org/drawingml/2006/main" name="Presentasjonssider">
  <a:themeElements>
    <a:clrScheme name="Ruter">
      <a:dk1>
        <a:srgbClr val="24103A"/>
      </a:dk1>
      <a:lt1>
        <a:srgbClr val="FFFFFF"/>
      </a:lt1>
      <a:dk2>
        <a:srgbClr val="303663"/>
      </a:dk2>
      <a:lt2>
        <a:srgbClr val="F9F7F3"/>
      </a:lt2>
      <a:accent1>
        <a:srgbClr val="303663"/>
      </a:accent1>
      <a:accent2>
        <a:srgbClr val="B7C1FC"/>
      </a:accent2>
      <a:accent3>
        <a:srgbClr val="F53B30"/>
      </a:accent3>
      <a:accent4>
        <a:srgbClr val="FFBCA5"/>
      </a:accent4>
      <a:accent5>
        <a:srgbClr val="7B39EE"/>
      </a:accent5>
      <a:accent6>
        <a:srgbClr val="6A2D98"/>
      </a:accent6>
      <a:hlink>
        <a:srgbClr val="1731B9"/>
      </a:hlink>
      <a:folHlink>
        <a:srgbClr val="9097B6"/>
      </a:folHlink>
    </a:clrScheme>
    <a:fontScheme name="Egendefinert 63">
      <a:majorFont>
        <a:latin typeface="TID UI Medium"/>
        <a:ea typeface=""/>
        <a:cs typeface=""/>
      </a:majorFont>
      <a:minorFont>
        <a:latin typeface="TID UI"/>
        <a:ea typeface=""/>
        <a:cs typeface=""/>
      </a:minorFont>
    </a:fontScheme>
    <a:fmtScheme name="Office-t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Ruter rød">
      <a:srgbClr val="F53B30"/>
    </a:custClr>
    <a:custClr name="Lys rød">
      <a:srgbClr val="FBC0AA"/>
    </a:custClr>
    <a:custClr name="Beige">
      <a:srgbClr val="F9F7F3"/>
    </a:custClr>
    <a:custClr name="Mørk blå">
      <a:srgbClr val="303663"/>
    </a:custClr>
    <a:custClr name="Lys blå">
      <a:srgbClr val="B7C1FC"/>
    </a:custClr>
    <a:custClr name="Lysest blå">
      <a:srgbClr val="F2F2FF"/>
    </a:custClr>
    <a:custClr name="Blank">
      <a:srgbClr val="FFFFFF"/>
    </a:custClr>
    <a:custClr name="Blank">
      <a:srgbClr val="FFFFFF"/>
    </a:custClr>
    <a:custClr name="Blank">
      <a:srgbClr val="FFFFFF"/>
    </a:custClr>
    <a:custClr name="Blank">
      <a:srgbClr val="FFFFFF"/>
    </a:custClr>
    <a:custClr name="T-bane">
      <a:srgbClr val="EC700C"/>
    </a:custClr>
    <a:custClr name="T-bane lys">
      <a:srgbClr val="FFEAE0"/>
    </a:custClr>
    <a:custClr name="Bybuss">
      <a:srgbClr val="E60000"/>
    </a:custClr>
    <a:custClr name="Bybuss lys">
      <a:srgbClr val="FDDAC9"/>
    </a:custClr>
    <a:custClr name="Regional buss">
      <a:srgbClr val="75A300"/>
    </a:custClr>
    <a:custClr name="Regional buss lys">
      <a:srgbClr val="F4FCE6"/>
    </a:custClr>
    <a:custClr name="Trikk">
      <a:srgbClr val="28A2F8"/>
    </a:custClr>
    <a:custClr name="Trikk lys">
      <a:srgbClr val="DAF2FF"/>
    </a:custClr>
    <a:custClr name="Båt">
      <a:srgbClr val="6A2D98"/>
    </a:custClr>
    <a:custClr name="Båt lys">
      <a:srgbClr val="F1E0FF"/>
    </a:custClr>
    <a:custClr name="Nyhet">
      <a:srgbClr val="733DE6"/>
    </a:custClr>
    <a:custClr name="Nyhet lys">
      <a:srgbClr val="FBF5FF"/>
    </a:custClr>
    <a:custClr name="CTA / link">
      <a:srgbClr val="1731B9"/>
    </a:custClr>
    <a:custClr name="CTA / link lys">
      <a:srgbClr val="E7FB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Godkjent">
      <a:srgbClr val="269E4D"/>
    </a:custClr>
    <a:custClr name="Godkjent lys">
      <a:srgbClr val="DFFFEC"/>
    </a:custClr>
    <a:custClr name="Avvik/advarsel">
      <a:srgbClr val="FFC700"/>
    </a:custClr>
    <a:custClr name="Avvik/advarsel lys">
      <a:srgbClr val="FFF6D7"/>
    </a:custClr>
    <a:custClr name="Error">
      <a:srgbClr val="E20000"/>
    </a:custClr>
    <a:custClr name="Error lys">
      <a:srgbClr val="FEF0E8"/>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Presentation3" id="{9B92183A-6B0B-604B-A8EA-BF02BB498C33}" vid="{B1F5D572-9824-9B4A-AF8A-2BE365E55AA1}"/>
    </a:ext>
  </a:extLst>
</a:theme>
</file>

<file path=ppt/theme/theme4.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1818A354CD664446AEC35BBAE2499562" ma:contentTypeVersion="13" ma:contentTypeDescription="Opprett et nytt dokument." ma:contentTypeScope="" ma:versionID="c05c63c057be531b98f917e986ab73c0">
  <xsd:schema xmlns:xsd="http://www.w3.org/2001/XMLSchema" xmlns:xs="http://www.w3.org/2001/XMLSchema" xmlns:p="http://schemas.microsoft.com/office/2006/metadata/properties" xmlns:ns3="38664639-412d-4c21-8e39-7e7d568987ec" xmlns:ns4="3aca559b-e256-4fa3-843e-2d1bb256df5f" targetNamespace="http://schemas.microsoft.com/office/2006/metadata/properties" ma:root="true" ma:fieldsID="d1ab16c94bf7e86b8919e30ac7bb9e89" ns3:_="" ns4:_="">
    <xsd:import namespace="38664639-412d-4c21-8e39-7e7d568987ec"/>
    <xsd:import namespace="3aca559b-e256-4fa3-843e-2d1bb256df5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664639-412d-4c21-8e39-7e7d568987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aca559b-e256-4fa3-843e-2d1bb256df5f" elementFormDefault="qualified">
    <xsd:import namespace="http://schemas.microsoft.com/office/2006/documentManagement/types"/>
    <xsd:import namespace="http://schemas.microsoft.com/office/infopath/2007/PartnerControls"/>
    <xsd:element name="SharedWithUsers" ma:index="16"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lingsdetaljer" ma:internalName="SharedWithDetails" ma:readOnly="true">
      <xsd:simpleType>
        <xsd:restriction base="dms:Note">
          <xsd:maxLength value="255"/>
        </xsd:restriction>
      </xsd:simpleType>
    </xsd:element>
    <xsd:element name="SharingHintHash" ma:index="18" nillable="true" ma:displayName="Hash for deling av tip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8737683-68CB-4077-9859-434B8A1CE3E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38664639-412d-4c21-8e39-7e7d568987ec"/>
    <ds:schemaRef ds:uri="3aca559b-e256-4fa3-843e-2d1bb256df5f"/>
    <ds:schemaRef ds:uri="http://www.w3.org/XML/1998/namespace"/>
    <ds:schemaRef ds:uri="http://purl.org/dc/dcmitype/"/>
  </ds:schemaRefs>
</ds:datastoreItem>
</file>

<file path=customXml/itemProps2.xml><?xml version="1.0" encoding="utf-8"?>
<ds:datastoreItem xmlns:ds="http://schemas.openxmlformats.org/officeDocument/2006/customXml" ds:itemID="{9BA0E907-83E9-4FEC-BCF8-F9D0EC14FF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664639-412d-4c21-8e39-7e7d568987ec"/>
    <ds:schemaRef ds:uri="3aca559b-e256-4fa3-843e-2d1bb256df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E28474-1722-4CE4-848A-F0F44280BE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presentation OsloMet_english</Template>
  <TotalTime>5166</TotalTime>
  <Words>6321</Words>
  <Application>Microsoft Macintosh PowerPoint</Application>
  <PresentationFormat>Custom</PresentationFormat>
  <Paragraphs>621</Paragraphs>
  <Slides>48</Slides>
  <Notes>38</Notes>
  <HiddenSlides>0</HiddenSlides>
  <MMClips>1</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48</vt:i4>
      </vt:variant>
    </vt:vector>
  </HeadingPairs>
  <TitlesOfParts>
    <vt:vector size="60" baseType="lpstr">
      <vt:lpstr>Aptos</vt:lpstr>
      <vt:lpstr>Arial</vt:lpstr>
      <vt:lpstr>Calibri</vt:lpstr>
      <vt:lpstr>Consolas</vt:lpstr>
      <vt:lpstr>TID UI</vt:lpstr>
      <vt:lpstr>TID UI Medium</vt:lpstr>
      <vt:lpstr>TID UI Semi Bold</vt:lpstr>
      <vt:lpstr>Wingdings</vt:lpstr>
      <vt:lpstr>Office-tema</vt:lpstr>
      <vt:lpstr>1_Office-tema</vt:lpstr>
      <vt:lpstr>Presentasjonssider</vt:lpstr>
      <vt:lpstr>think-cell Slide</vt:lpstr>
      <vt:lpstr>Model evaluation and improvement</vt:lpstr>
      <vt:lpstr>Hackathon: Hands on with claude code</vt:lpstr>
      <vt:lpstr>Purpose </vt:lpstr>
      <vt:lpstr>Pick one use case (or do both )</vt:lpstr>
      <vt:lpstr>PowerPoint Presentation</vt:lpstr>
      <vt:lpstr>PowerPoint Presentation</vt:lpstr>
      <vt:lpstr>PowerPoint Presentation</vt:lpstr>
      <vt:lpstr>PowerPoint Presentation</vt:lpstr>
      <vt:lpstr>Measured on what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Measured how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Learn, don't memorise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should we fix first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Høgskolen i Oslo og Akershus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OsloMet –  Oslo Metropolitan University </dc:title>
  <dc:creator>Gustavo Mello</dc:creator>
  <dc:description>template by officeconsult.no</dc:description>
  <cp:lastModifiedBy>Umair M.Imam</cp:lastModifiedBy>
  <cp:revision>223</cp:revision>
  <dcterms:created xsi:type="dcterms:W3CDTF">2020-07-02T15:35:18Z</dcterms:created>
  <dcterms:modified xsi:type="dcterms:W3CDTF">2026-10-06T13:19:43Z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0x0101001818A354CD664446AEC35BBAE2499562</vt:lpwstr>
  </property>
</Properties>
</file>