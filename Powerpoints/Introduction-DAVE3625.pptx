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72" r:id="rId5"/>
  </p:sldMasterIdLst>
  <p:notesMasterIdLst>
    <p:notesMasterId r:id="rId15"/>
  </p:notesMasterIdLst>
  <p:sldIdLst>
    <p:sldId id="309" r:id="rId6"/>
    <p:sldId id="330" r:id="rId7"/>
    <p:sldId id="318" r:id="rId8"/>
    <p:sldId id="322" r:id="rId9"/>
    <p:sldId id="324" r:id="rId10"/>
    <p:sldId id="312" r:id="rId11"/>
    <p:sldId id="331" r:id="rId12"/>
    <p:sldId id="311" r:id="rId13"/>
    <p:sldId id="327" r:id="rId14"/>
  </p:sldIdLst>
  <p:sldSz cx="17345025" cy="9752013"/>
  <p:notesSz cx="6858000" cy="1866900"/>
  <p:defaultTextStyle>
    <a:defPPr>
      <a:defRPr lang="nb-NO"/>
    </a:defPPr>
    <a:lvl1pPr marL="0" algn="l" defTabSz="1300643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1pPr>
    <a:lvl2pPr marL="650321" algn="l" defTabSz="1300643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2pPr>
    <a:lvl3pPr marL="1300643" algn="l" defTabSz="1300643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3pPr>
    <a:lvl4pPr marL="1950964" algn="l" defTabSz="1300643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4pPr>
    <a:lvl5pPr marL="2601285" algn="l" defTabSz="1300643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5pPr>
    <a:lvl6pPr marL="3251606" algn="l" defTabSz="1300643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6pPr>
    <a:lvl7pPr marL="3901928" algn="l" defTabSz="1300643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7pPr>
    <a:lvl8pPr marL="4552249" algn="l" defTabSz="1300643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8pPr>
    <a:lvl9pPr marL="5202570" algn="l" defTabSz="1300643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F0DDD49-8066-4352-B6B5-FC1A8E5854EA}">
  <a:tblStyle styleId="{5F0DDD49-8066-4352-B6B5-FC1A8E5854EA}" styleName="Oslo Met tabellstil">
    <a:wholeTbl>
      <a:tcTxStyle>
        <a:fontRef idx="minor">
          <a:prstClr val="black"/>
        </a:fontRef>
        <a:schemeClr val="dk1"/>
      </a:tcTxStyle>
      <a:tcStyle>
        <a:tcBdr>
          <a:left>
            <a:ln w="0" cmpd="sng">
              <a:solidFill>
                <a:schemeClr val="lt1"/>
              </a:solidFill>
            </a:ln>
          </a:left>
          <a:right>
            <a:ln w="0" cmpd="sng">
              <a:solidFill>
                <a:schemeClr val="lt1"/>
              </a:solidFill>
            </a:ln>
          </a:right>
          <a:top>
            <a:ln w="6350" cmpd="sng">
              <a:solidFill>
                <a:srgbClr val="D7D7D7"/>
              </a:solidFill>
            </a:ln>
          </a:top>
          <a:bottom>
            <a:ln w="6350" cmpd="sng">
              <a:solidFill>
                <a:srgbClr val="D7D7D7"/>
              </a:solidFill>
            </a:ln>
          </a:bottom>
          <a:insideH>
            <a:ln w="6350" cmpd="sng">
              <a:solidFill>
                <a:srgbClr val="D7D7D7"/>
              </a:solidFill>
            </a:ln>
          </a:insideH>
          <a:insideV>
            <a:ln w="0" cmpd="sng">
              <a:solidFill>
                <a:schemeClr val="lt1"/>
              </a:solidFill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dk1"/>
      </a:tcTxStyle>
      <a:tcStyle>
        <a:tcBdr/>
        <a:fill>
          <a:solidFill>
            <a:schemeClr val="lt1"/>
          </a:solidFill>
        </a:fill>
      </a:tcStyle>
    </a:lastCol>
    <a:firstCol>
      <a:tcTxStyle b="on">
        <a:fontRef idx="minor">
          <a:prstClr val="black"/>
        </a:fontRef>
        <a:schemeClr val="dk1"/>
      </a:tcTxStyle>
      <a:tcStyle>
        <a:tcBdr/>
        <a:fill>
          <a:solidFill>
            <a:schemeClr val="lt1"/>
          </a:solidFill>
        </a:fill>
      </a:tcStyle>
    </a:firstCol>
    <a:lastRow>
      <a:tcTxStyle b="on">
        <a:fontRef idx="minor">
          <a:prstClr val="black"/>
        </a:fontRef>
        <a:schemeClr val="dk1"/>
      </a:tcTxStyle>
      <a:tcStyle>
        <a:tcBdr>
          <a:top>
            <a:ln w="19050" cmpd="sng">
              <a:solidFill>
                <a:schemeClr val="accent1"/>
              </a:solidFill>
            </a:ln>
          </a:top>
          <a:bottom>
            <a:ln w="19050" cmpd="sng">
              <a:solidFill>
                <a:schemeClr val="accent1"/>
              </a:solidFill>
            </a:ln>
          </a:bottom>
        </a:tcBdr>
        <a:fill>
          <a:noFill/>
        </a:fill>
      </a:tcStyle>
    </a:lastRow>
    <a:firstRow>
      <a:tcTxStyle b="on">
        <a:fontRef idx="minor">
          <a:prstClr val="black"/>
        </a:fontRef>
        <a:schemeClr val="dk1"/>
      </a:tcTxStyle>
      <a:tcStyle>
        <a:tcBdr>
          <a:bottom>
            <a:ln w="1905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iddels stil 2 – uthev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ys stil 1 – utheving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ys stil 2 – utheving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50" autoAdjust="0"/>
    <p:restoredTop sz="70116" autoAdjust="0"/>
  </p:normalViewPr>
  <p:slideViewPr>
    <p:cSldViewPr snapToGrid="0">
      <p:cViewPr varScale="1">
        <p:scale>
          <a:sx n="68" d="100"/>
          <a:sy n="68" d="100"/>
        </p:scale>
        <p:origin x="264" y="8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Plassholder for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B7B040-7AAC-4A31-805D-A772300221D6}" type="datetimeFigureOut">
              <a:rPr lang="en-US" smtClean="0"/>
              <a:t>8/18/26</a:t>
            </a:fld>
            <a:endParaRPr lang="en-US"/>
          </a:p>
        </p:txBody>
      </p:sp>
      <p:sp>
        <p:nvSpPr>
          <p:cNvPr id="4" name="Plassholder for lysbil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Plassholder for nota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b-NO"/>
              <a:t>Rediger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C6333F-E368-4746-A020-FE91A90E0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998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300643" rtl="0" eaLnBrk="1" latinLnBrk="0" hangingPunct="1">
      <a:defRPr sz="1707" kern="1200">
        <a:solidFill>
          <a:schemeClr val="tx1"/>
        </a:solidFill>
        <a:latin typeface="+mn-lt"/>
        <a:ea typeface="+mn-ea"/>
        <a:cs typeface="+mn-cs"/>
      </a:defRPr>
    </a:lvl1pPr>
    <a:lvl2pPr marL="650321" algn="l" defTabSz="1300643" rtl="0" eaLnBrk="1" latinLnBrk="0" hangingPunct="1">
      <a:defRPr sz="1707" kern="1200">
        <a:solidFill>
          <a:schemeClr val="tx1"/>
        </a:solidFill>
        <a:latin typeface="+mn-lt"/>
        <a:ea typeface="+mn-ea"/>
        <a:cs typeface="+mn-cs"/>
      </a:defRPr>
    </a:lvl2pPr>
    <a:lvl3pPr marL="1300643" algn="l" defTabSz="1300643" rtl="0" eaLnBrk="1" latinLnBrk="0" hangingPunct="1">
      <a:defRPr sz="1707" kern="1200">
        <a:solidFill>
          <a:schemeClr val="tx1"/>
        </a:solidFill>
        <a:latin typeface="+mn-lt"/>
        <a:ea typeface="+mn-ea"/>
        <a:cs typeface="+mn-cs"/>
      </a:defRPr>
    </a:lvl3pPr>
    <a:lvl4pPr marL="1950964" algn="l" defTabSz="1300643" rtl="0" eaLnBrk="1" latinLnBrk="0" hangingPunct="1">
      <a:defRPr sz="1707" kern="1200">
        <a:solidFill>
          <a:schemeClr val="tx1"/>
        </a:solidFill>
        <a:latin typeface="+mn-lt"/>
        <a:ea typeface="+mn-ea"/>
        <a:cs typeface="+mn-cs"/>
      </a:defRPr>
    </a:lvl4pPr>
    <a:lvl5pPr marL="2601285" algn="l" defTabSz="1300643" rtl="0" eaLnBrk="1" latinLnBrk="0" hangingPunct="1">
      <a:defRPr sz="1707" kern="1200">
        <a:solidFill>
          <a:schemeClr val="tx1"/>
        </a:solidFill>
        <a:latin typeface="+mn-lt"/>
        <a:ea typeface="+mn-ea"/>
        <a:cs typeface="+mn-cs"/>
      </a:defRPr>
    </a:lvl5pPr>
    <a:lvl6pPr marL="3251606" algn="l" defTabSz="1300643" rtl="0" eaLnBrk="1" latinLnBrk="0" hangingPunct="1">
      <a:defRPr sz="1707" kern="1200">
        <a:solidFill>
          <a:schemeClr val="tx1"/>
        </a:solidFill>
        <a:latin typeface="+mn-lt"/>
        <a:ea typeface="+mn-ea"/>
        <a:cs typeface="+mn-cs"/>
      </a:defRPr>
    </a:lvl6pPr>
    <a:lvl7pPr marL="3901928" algn="l" defTabSz="1300643" rtl="0" eaLnBrk="1" latinLnBrk="0" hangingPunct="1">
      <a:defRPr sz="1707" kern="1200">
        <a:solidFill>
          <a:schemeClr val="tx1"/>
        </a:solidFill>
        <a:latin typeface="+mn-lt"/>
        <a:ea typeface="+mn-ea"/>
        <a:cs typeface="+mn-cs"/>
      </a:defRPr>
    </a:lvl7pPr>
    <a:lvl8pPr marL="4552249" algn="l" defTabSz="1300643" rtl="0" eaLnBrk="1" latinLnBrk="0" hangingPunct="1">
      <a:defRPr sz="1707" kern="1200">
        <a:solidFill>
          <a:schemeClr val="tx1"/>
        </a:solidFill>
        <a:latin typeface="+mn-lt"/>
        <a:ea typeface="+mn-ea"/>
        <a:cs typeface="+mn-cs"/>
      </a:defRPr>
    </a:lvl8pPr>
    <a:lvl9pPr marL="5202570" algn="l" defTabSz="1300643" rtl="0" eaLnBrk="1" latinLnBrk="0" hangingPunct="1">
      <a:defRPr sz="170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jp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jp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jp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jp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.png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png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png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rs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ctrTitle"/>
          </p:nvPr>
        </p:nvSpPr>
        <p:spPr>
          <a:xfrm>
            <a:off x="972122" y="2963894"/>
            <a:ext cx="13008769" cy="2160591"/>
          </a:xfrm>
        </p:spPr>
        <p:txBody>
          <a:bodyPr anchor="b">
            <a:normAutofit/>
          </a:bodyPr>
          <a:lstStyle>
            <a:lvl1pPr algn="l">
              <a:defRPr sz="78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Undertittel 2"/>
          <p:cNvSpPr>
            <a:spLocks noGrp="1"/>
          </p:cNvSpPr>
          <p:nvPr>
            <p:ph type="subTitle" idx="1"/>
          </p:nvPr>
        </p:nvSpPr>
        <p:spPr>
          <a:xfrm>
            <a:off x="972122" y="5489579"/>
            <a:ext cx="13008769" cy="923330"/>
          </a:xfrm>
        </p:spPr>
        <p:txBody>
          <a:bodyPr>
            <a:normAutofit/>
          </a:bodyPr>
          <a:lstStyle>
            <a:lvl1pPr marL="0" indent="0" algn="l">
              <a:spcAft>
                <a:spcPts val="0"/>
              </a:spcAft>
              <a:buNone/>
              <a:defRPr sz="3000"/>
            </a:lvl1pPr>
            <a:lvl2pPr marL="650138" indent="0" algn="ctr">
              <a:buNone/>
              <a:defRPr sz="2844"/>
            </a:lvl2pPr>
            <a:lvl3pPr marL="1300277" indent="0" algn="ctr">
              <a:buNone/>
              <a:defRPr sz="2560"/>
            </a:lvl3pPr>
            <a:lvl4pPr marL="1950415" indent="0" algn="ctr">
              <a:buNone/>
              <a:defRPr sz="2275"/>
            </a:lvl4pPr>
            <a:lvl5pPr marL="2600554" indent="0" algn="ctr">
              <a:buNone/>
              <a:defRPr sz="2275"/>
            </a:lvl5pPr>
            <a:lvl6pPr marL="3250692" indent="0" algn="ctr">
              <a:buNone/>
              <a:defRPr sz="2275"/>
            </a:lvl6pPr>
            <a:lvl7pPr marL="3900830" indent="0" algn="ctr">
              <a:buNone/>
              <a:defRPr sz="2275"/>
            </a:lvl7pPr>
            <a:lvl8pPr marL="4550969" indent="0" algn="ctr">
              <a:buNone/>
              <a:defRPr sz="2275"/>
            </a:lvl8pPr>
            <a:lvl9pPr marL="5201107" indent="0" algn="ctr">
              <a:buNone/>
              <a:defRPr sz="2275"/>
            </a:lvl9pPr>
          </a:lstStyle>
          <a:p>
            <a:r>
              <a:rPr lang="en-US"/>
              <a:t>Click to edit Master subtitle style</a:t>
            </a:r>
            <a:endParaRPr lang="nb-NO"/>
          </a:p>
        </p:txBody>
      </p:sp>
      <p:pic>
        <p:nvPicPr>
          <p:cNvPr id="10" name="Bilde 9">
            <a:extLst>
              <a:ext uri="{FF2B5EF4-FFF2-40B4-BE49-F238E27FC236}">
                <a16:creationId xmlns:a16="http://schemas.microsoft.com/office/drawing/2014/main" id="{B2BFC532-BB49-4A9B-828F-DA07981B29A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122" y="8774297"/>
            <a:ext cx="2313437" cy="272797"/>
          </a:xfrm>
          <a:prstGeom prst="rect">
            <a:avLst/>
          </a:prstGeom>
        </p:spPr>
      </p:pic>
      <p:pic>
        <p:nvPicPr>
          <p:cNvPr id="11" name="Bilde 10">
            <a:extLst>
              <a:ext uri="{FF2B5EF4-FFF2-40B4-BE49-F238E27FC236}">
                <a16:creationId xmlns:a16="http://schemas.microsoft.com/office/drawing/2014/main" id="{53C72BA8-5206-40C2-9736-7FFE631FB8C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122" y="972122"/>
            <a:ext cx="1002794" cy="592837"/>
          </a:xfrm>
          <a:prstGeom prst="rect">
            <a:avLst/>
          </a:prstGeom>
        </p:spPr>
      </p:pic>
      <p:sp>
        <p:nvSpPr>
          <p:cNvPr id="13" name="Plassholder for tekst 12">
            <a:extLst>
              <a:ext uri="{FF2B5EF4-FFF2-40B4-BE49-F238E27FC236}">
                <a16:creationId xmlns:a16="http://schemas.microsoft.com/office/drawing/2014/main" id="{13C1365D-4C78-47E2-BB00-E802460A26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71550" y="7258051"/>
            <a:ext cx="4680585" cy="276999"/>
          </a:xfrm>
        </p:spPr>
        <p:txBody>
          <a:bodyPr>
            <a:normAutofit/>
          </a:bodyPr>
          <a:lstStyle>
            <a:lvl1pPr marL="0" indent="0">
              <a:spcAft>
                <a:spcPts val="0"/>
              </a:spcAft>
              <a:buNone/>
              <a:defRPr sz="1800" b="1"/>
            </a:lvl1pPr>
          </a:lstStyle>
          <a:p>
            <a:pPr lvl="0"/>
            <a:r>
              <a:rPr lang="nb-NO" noProof="0"/>
              <a:t>Navn Navnesen</a:t>
            </a:r>
          </a:p>
        </p:txBody>
      </p:sp>
      <p:sp>
        <p:nvSpPr>
          <p:cNvPr id="14" name="Plassholder for tekst 12">
            <a:extLst>
              <a:ext uri="{FF2B5EF4-FFF2-40B4-BE49-F238E27FC236}">
                <a16:creationId xmlns:a16="http://schemas.microsoft.com/office/drawing/2014/main" id="{7FB3BA08-9F02-4876-8848-E113017893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10776" y="7258051"/>
            <a:ext cx="1323500" cy="276999"/>
          </a:xfrm>
        </p:spPr>
        <p:txBody>
          <a:bodyPr>
            <a:normAutofit/>
          </a:bodyPr>
          <a:lstStyle>
            <a:lvl1pPr marL="0" indent="0">
              <a:spcAft>
                <a:spcPts val="0"/>
              </a:spcAft>
              <a:buNone/>
              <a:defRPr sz="1800" b="1"/>
            </a:lvl1pPr>
          </a:lstStyle>
          <a:p>
            <a:pPr lvl="0"/>
            <a:r>
              <a:rPr lang="nb-NO" noProof="0"/>
              <a:t>dd.mm.yy</a:t>
            </a:r>
          </a:p>
        </p:txBody>
      </p:sp>
      <p:sp>
        <p:nvSpPr>
          <p:cNvPr id="18" name="Plassholder for dato 17">
            <a:extLst>
              <a:ext uri="{FF2B5EF4-FFF2-40B4-BE49-F238E27FC236}">
                <a16:creationId xmlns:a16="http://schemas.microsoft.com/office/drawing/2014/main" id="{652BDE14-9BEA-4244-91C2-4A615BE70EB5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1B8CB738-8A92-4242-BFAF-5A76148DA9F2}" type="datetime1">
              <a:rPr lang="nb-NO" smtClean="0"/>
              <a:t>18.08.2026</a:t>
            </a:fld>
            <a:endParaRPr lang="nb-NO"/>
          </a:p>
        </p:txBody>
      </p:sp>
      <p:sp>
        <p:nvSpPr>
          <p:cNvPr id="19" name="Plassholder for bunntekst 18">
            <a:extLst>
              <a:ext uri="{FF2B5EF4-FFF2-40B4-BE49-F238E27FC236}">
                <a16:creationId xmlns:a16="http://schemas.microsoft.com/office/drawing/2014/main" id="{F7311688-F88F-4C95-8A41-E0D915FCA86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972122" y="7668958"/>
            <a:ext cx="4680585" cy="554469"/>
          </a:xfrm>
        </p:spPr>
        <p:txBody>
          <a:bodyPr anchor="t">
            <a:normAutofit/>
          </a:bodyPr>
          <a:lstStyle>
            <a:lvl1pPr>
              <a:defRPr sz="1800"/>
            </a:lvl1pPr>
          </a:lstStyle>
          <a:p>
            <a:r>
              <a:rPr lang="nb-NO"/>
              <a:t>Introduction to A.I - Umair M.I</a:t>
            </a:r>
          </a:p>
        </p:txBody>
      </p:sp>
      <p:sp>
        <p:nvSpPr>
          <p:cNvPr id="20" name="Plassholder for lysbildenummer 19">
            <a:extLst>
              <a:ext uri="{FF2B5EF4-FFF2-40B4-BE49-F238E27FC236}">
                <a16:creationId xmlns:a16="http://schemas.microsoft.com/office/drawing/2014/main" id="{EFA8C348-F7D6-46ED-9365-3BEAB314D94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751DFAA-887F-4071-8EAD-E8CA316FCF06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142406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rside - bildest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ctrTitle"/>
          </p:nvPr>
        </p:nvSpPr>
        <p:spPr>
          <a:xfrm>
            <a:off x="972122" y="2963894"/>
            <a:ext cx="9876034" cy="2160591"/>
          </a:xfrm>
        </p:spPr>
        <p:txBody>
          <a:bodyPr anchor="b">
            <a:normAutofit/>
          </a:bodyPr>
          <a:lstStyle>
            <a:lvl1pPr algn="l">
              <a:defRPr sz="78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Undertittel 2"/>
          <p:cNvSpPr>
            <a:spLocks noGrp="1"/>
          </p:cNvSpPr>
          <p:nvPr>
            <p:ph type="subTitle" idx="1"/>
          </p:nvPr>
        </p:nvSpPr>
        <p:spPr>
          <a:xfrm>
            <a:off x="972121" y="5489579"/>
            <a:ext cx="9876034" cy="923330"/>
          </a:xfrm>
        </p:spPr>
        <p:txBody>
          <a:bodyPr>
            <a:normAutofit/>
          </a:bodyPr>
          <a:lstStyle>
            <a:lvl1pPr marL="0" indent="0" algn="l">
              <a:spcAft>
                <a:spcPts val="0"/>
              </a:spcAft>
              <a:buNone/>
              <a:defRPr sz="3000"/>
            </a:lvl1pPr>
            <a:lvl2pPr marL="650138" indent="0" algn="ctr">
              <a:buNone/>
              <a:defRPr sz="2844"/>
            </a:lvl2pPr>
            <a:lvl3pPr marL="1300277" indent="0" algn="ctr">
              <a:buNone/>
              <a:defRPr sz="2560"/>
            </a:lvl3pPr>
            <a:lvl4pPr marL="1950415" indent="0" algn="ctr">
              <a:buNone/>
              <a:defRPr sz="2275"/>
            </a:lvl4pPr>
            <a:lvl5pPr marL="2600554" indent="0" algn="ctr">
              <a:buNone/>
              <a:defRPr sz="2275"/>
            </a:lvl5pPr>
            <a:lvl6pPr marL="3250692" indent="0" algn="ctr">
              <a:buNone/>
              <a:defRPr sz="2275"/>
            </a:lvl6pPr>
            <a:lvl7pPr marL="3900830" indent="0" algn="ctr">
              <a:buNone/>
              <a:defRPr sz="2275"/>
            </a:lvl7pPr>
            <a:lvl8pPr marL="4550969" indent="0" algn="ctr">
              <a:buNone/>
              <a:defRPr sz="2275"/>
            </a:lvl8pPr>
            <a:lvl9pPr marL="5201107" indent="0" algn="ctr">
              <a:buNone/>
              <a:defRPr sz="2275"/>
            </a:lvl9pPr>
          </a:lstStyle>
          <a:p>
            <a:r>
              <a:rPr lang="en-US"/>
              <a:t>Click to edit Master subtitle style</a:t>
            </a:r>
            <a:endParaRPr lang="nb-NO"/>
          </a:p>
        </p:txBody>
      </p:sp>
      <p:pic>
        <p:nvPicPr>
          <p:cNvPr id="10" name="Bilde 9">
            <a:extLst>
              <a:ext uri="{FF2B5EF4-FFF2-40B4-BE49-F238E27FC236}">
                <a16:creationId xmlns:a16="http://schemas.microsoft.com/office/drawing/2014/main" id="{B2BFC532-BB49-4A9B-828F-DA07981B29A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122" y="8774297"/>
            <a:ext cx="2313437" cy="272797"/>
          </a:xfrm>
          <a:prstGeom prst="rect">
            <a:avLst/>
          </a:prstGeom>
        </p:spPr>
      </p:pic>
      <p:pic>
        <p:nvPicPr>
          <p:cNvPr id="11" name="Bilde 10">
            <a:extLst>
              <a:ext uri="{FF2B5EF4-FFF2-40B4-BE49-F238E27FC236}">
                <a16:creationId xmlns:a16="http://schemas.microsoft.com/office/drawing/2014/main" id="{53C72BA8-5206-40C2-9736-7FFE631FB8C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122" y="972122"/>
            <a:ext cx="1002794" cy="592837"/>
          </a:xfrm>
          <a:prstGeom prst="rect">
            <a:avLst/>
          </a:prstGeom>
        </p:spPr>
      </p:pic>
      <p:sp>
        <p:nvSpPr>
          <p:cNvPr id="13" name="Plassholder for tekst 12">
            <a:extLst>
              <a:ext uri="{FF2B5EF4-FFF2-40B4-BE49-F238E27FC236}">
                <a16:creationId xmlns:a16="http://schemas.microsoft.com/office/drawing/2014/main" id="{13C1365D-4C78-47E2-BB00-E802460A26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71550" y="7258051"/>
            <a:ext cx="4680585" cy="276999"/>
          </a:xfrm>
        </p:spPr>
        <p:txBody>
          <a:bodyPr>
            <a:normAutofit/>
          </a:bodyPr>
          <a:lstStyle>
            <a:lvl1pPr marL="0" indent="0">
              <a:spcAft>
                <a:spcPts val="0"/>
              </a:spcAft>
              <a:buNone/>
              <a:defRPr sz="1800" b="1"/>
            </a:lvl1pPr>
          </a:lstStyle>
          <a:p>
            <a:pPr lvl="0"/>
            <a:r>
              <a:rPr lang="en-US" err="1"/>
              <a:t>Navn</a:t>
            </a:r>
            <a:r>
              <a:rPr lang="en-US"/>
              <a:t> </a:t>
            </a:r>
            <a:r>
              <a:rPr lang="en-US" err="1"/>
              <a:t>Navnesen</a:t>
            </a:r>
            <a:endParaRPr lang="en-US"/>
          </a:p>
        </p:txBody>
      </p:sp>
      <p:sp>
        <p:nvSpPr>
          <p:cNvPr id="14" name="Plassholder for tekst 12">
            <a:extLst>
              <a:ext uri="{FF2B5EF4-FFF2-40B4-BE49-F238E27FC236}">
                <a16:creationId xmlns:a16="http://schemas.microsoft.com/office/drawing/2014/main" id="{7FB3BA08-9F02-4876-8848-E113017893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10776" y="7258051"/>
            <a:ext cx="1323500" cy="276999"/>
          </a:xfrm>
        </p:spPr>
        <p:txBody>
          <a:bodyPr>
            <a:normAutofit/>
          </a:bodyPr>
          <a:lstStyle>
            <a:lvl1pPr marL="0" indent="0">
              <a:spcAft>
                <a:spcPts val="0"/>
              </a:spcAft>
              <a:buNone/>
              <a:defRPr sz="1800" b="1"/>
            </a:lvl1pPr>
          </a:lstStyle>
          <a:p>
            <a:pPr lvl="0"/>
            <a:r>
              <a:rPr lang="en-US" err="1"/>
              <a:t>dd.mm.yy</a:t>
            </a:r>
            <a:endParaRPr lang="en-US"/>
          </a:p>
        </p:txBody>
      </p:sp>
      <p:sp>
        <p:nvSpPr>
          <p:cNvPr id="18" name="Plassholder for bilde 2">
            <a:extLst>
              <a:ext uri="{FF2B5EF4-FFF2-40B4-BE49-F238E27FC236}">
                <a16:creationId xmlns:a16="http://schemas.microsoft.com/office/drawing/2014/main" id="{09618C08-F29C-40C4-8567-0AA16331659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1296269" y="-1"/>
            <a:ext cx="6048756" cy="975722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 lIns="0" tIns="1800000" rIns="0" bIns="0">
            <a:normAutofit/>
          </a:bodyPr>
          <a:lstStyle>
            <a:lvl1pPr marL="0" indent="0" algn="ctr">
              <a:buNone/>
              <a:defRPr sz="3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lassholder for dato 11">
            <a:extLst>
              <a:ext uri="{FF2B5EF4-FFF2-40B4-BE49-F238E27FC236}">
                <a16:creationId xmlns:a16="http://schemas.microsoft.com/office/drawing/2014/main" id="{56B53AF6-B139-48E4-B8B2-15266DC4DC45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84C8EDD6-68DE-F74C-9242-4F317D6B988E}" type="datetime1">
              <a:rPr lang="nb-NO" smtClean="0"/>
              <a:t>18.08.2026</a:t>
            </a:fld>
            <a:endParaRPr lang="nb-NO"/>
          </a:p>
        </p:txBody>
      </p:sp>
      <p:sp>
        <p:nvSpPr>
          <p:cNvPr id="19" name="Plassholder for bunntekst 18">
            <a:extLst>
              <a:ext uri="{FF2B5EF4-FFF2-40B4-BE49-F238E27FC236}">
                <a16:creationId xmlns:a16="http://schemas.microsoft.com/office/drawing/2014/main" id="{1EEE1C09-86BF-4F2C-8464-4675F6B481B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972122" y="7668958"/>
            <a:ext cx="4680585" cy="554469"/>
          </a:xfrm>
        </p:spPr>
        <p:txBody>
          <a:bodyPr anchor="t">
            <a:normAutofit/>
          </a:bodyPr>
          <a:lstStyle>
            <a:lvl1pPr>
              <a:defRPr sz="1800"/>
            </a:lvl1pPr>
          </a:lstStyle>
          <a:p>
            <a:r>
              <a:rPr lang="nb-NO"/>
              <a:t>Introduction to A.I - Umair M.I</a:t>
            </a:r>
          </a:p>
        </p:txBody>
      </p:sp>
      <p:sp>
        <p:nvSpPr>
          <p:cNvPr id="20" name="Plassholder for lysbildenummer 19">
            <a:extLst>
              <a:ext uri="{FF2B5EF4-FFF2-40B4-BE49-F238E27FC236}">
                <a16:creationId xmlns:a16="http://schemas.microsoft.com/office/drawing/2014/main" id="{34EC6E11-8AB0-4BC8-93DC-407904FA9CDC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5751DFAA-887F-4071-8EAD-E8CA316FCF06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490294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rside - bildestr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ctrTitle"/>
          </p:nvPr>
        </p:nvSpPr>
        <p:spPr>
          <a:xfrm>
            <a:off x="972123" y="2862294"/>
            <a:ext cx="7258507" cy="2160591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Undertittel 2"/>
          <p:cNvSpPr>
            <a:spLocks noGrp="1"/>
          </p:cNvSpPr>
          <p:nvPr>
            <p:ph type="subTitle" idx="1"/>
          </p:nvPr>
        </p:nvSpPr>
        <p:spPr>
          <a:xfrm>
            <a:off x="972122" y="5489579"/>
            <a:ext cx="7258507" cy="923330"/>
          </a:xfrm>
        </p:spPr>
        <p:txBody>
          <a:bodyPr>
            <a:normAutofit/>
          </a:bodyPr>
          <a:lstStyle>
            <a:lvl1pPr marL="0" indent="0" algn="l">
              <a:spcAft>
                <a:spcPts val="0"/>
              </a:spcAft>
              <a:buNone/>
              <a:defRPr sz="3000"/>
            </a:lvl1pPr>
            <a:lvl2pPr marL="650138" indent="0" algn="ctr">
              <a:buNone/>
              <a:defRPr sz="2844"/>
            </a:lvl2pPr>
            <a:lvl3pPr marL="1300277" indent="0" algn="ctr">
              <a:buNone/>
              <a:defRPr sz="2560"/>
            </a:lvl3pPr>
            <a:lvl4pPr marL="1950415" indent="0" algn="ctr">
              <a:buNone/>
              <a:defRPr sz="2275"/>
            </a:lvl4pPr>
            <a:lvl5pPr marL="2600554" indent="0" algn="ctr">
              <a:buNone/>
              <a:defRPr sz="2275"/>
            </a:lvl5pPr>
            <a:lvl6pPr marL="3250692" indent="0" algn="ctr">
              <a:buNone/>
              <a:defRPr sz="2275"/>
            </a:lvl6pPr>
            <a:lvl7pPr marL="3900830" indent="0" algn="ctr">
              <a:buNone/>
              <a:defRPr sz="2275"/>
            </a:lvl7pPr>
            <a:lvl8pPr marL="4550969" indent="0" algn="ctr">
              <a:buNone/>
              <a:defRPr sz="2275"/>
            </a:lvl8pPr>
            <a:lvl9pPr marL="5201107" indent="0" algn="ctr">
              <a:buNone/>
              <a:defRPr sz="2275"/>
            </a:lvl9pPr>
          </a:lstStyle>
          <a:p>
            <a:r>
              <a:rPr lang="en-US"/>
              <a:t>Click to edit Master subtitle style</a:t>
            </a:r>
            <a:endParaRPr lang="nb-NO"/>
          </a:p>
        </p:txBody>
      </p:sp>
      <p:pic>
        <p:nvPicPr>
          <p:cNvPr id="10" name="Bilde 9">
            <a:extLst>
              <a:ext uri="{FF2B5EF4-FFF2-40B4-BE49-F238E27FC236}">
                <a16:creationId xmlns:a16="http://schemas.microsoft.com/office/drawing/2014/main" id="{B2BFC532-BB49-4A9B-828F-DA07981B29A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122" y="8774297"/>
            <a:ext cx="2313437" cy="272797"/>
          </a:xfrm>
          <a:prstGeom prst="rect">
            <a:avLst/>
          </a:prstGeom>
        </p:spPr>
      </p:pic>
      <p:pic>
        <p:nvPicPr>
          <p:cNvPr id="11" name="Bilde 10">
            <a:extLst>
              <a:ext uri="{FF2B5EF4-FFF2-40B4-BE49-F238E27FC236}">
                <a16:creationId xmlns:a16="http://schemas.microsoft.com/office/drawing/2014/main" id="{53C72BA8-5206-40C2-9736-7FFE631FB8C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122" y="972122"/>
            <a:ext cx="1002794" cy="592837"/>
          </a:xfrm>
          <a:prstGeom prst="rect">
            <a:avLst/>
          </a:prstGeom>
        </p:spPr>
      </p:pic>
      <p:sp>
        <p:nvSpPr>
          <p:cNvPr id="13" name="Plassholder for tekst 12">
            <a:extLst>
              <a:ext uri="{FF2B5EF4-FFF2-40B4-BE49-F238E27FC236}">
                <a16:creationId xmlns:a16="http://schemas.microsoft.com/office/drawing/2014/main" id="{13C1365D-4C78-47E2-BB00-E802460A26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71550" y="7258051"/>
            <a:ext cx="4680585" cy="276999"/>
          </a:xfrm>
        </p:spPr>
        <p:txBody>
          <a:bodyPr>
            <a:normAutofit/>
          </a:bodyPr>
          <a:lstStyle>
            <a:lvl1pPr marL="0" indent="0">
              <a:spcAft>
                <a:spcPts val="0"/>
              </a:spcAft>
              <a:buNone/>
              <a:defRPr sz="1800" b="1"/>
            </a:lvl1pPr>
          </a:lstStyle>
          <a:p>
            <a:pPr lvl="0"/>
            <a:r>
              <a:rPr lang="en-US" err="1"/>
              <a:t>Navn</a:t>
            </a:r>
            <a:r>
              <a:rPr lang="en-US"/>
              <a:t> </a:t>
            </a:r>
            <a:r>
              <a:rPr lang="en-US" err="1"/>
              <a:t>Navnesen</a:t>
            </a:r>
            <a:endParaRPr lang="en-US"/>
          </a:p>
        </p:txBody>
      </p:sp>
      <p:sp>
        <p:nvSpPr>
          <p:cNvPr id="14" name="Plassholder for tekst 12">
            <a:extLst>
              <a:ext uri="{FF2B5EF4-FFF2-40B4-BE49-F238E27FC236}">
                <a16:creationId xmlns:a16="http://schemas.microsoft.com/office/drawing/2014/main" id="{7FB3BA08-9F02-4876-8848-E113017893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10776" y="7258051"/>
            <a:ext cx="1323500" cy="276999"/>
          </a:xfrm>
        </p:spPr>
        <p:txBody>
          <a:bodyPr>
            <a:normAutofit/>
          </a:bodyPr>
          <a:lstStyle>
            <a:lvl1pPr marL="0" indent="0">
              <a:spcAft>
                <a:spcPts val="0"/>
              </a:spcAft>
              <a:buNone/>
              <a:defRPr sz="1800" b="1"/>
            </a:lvl1pPr>
          </a:lstStyle>
          <a:p>
            <a:pPr lvl="0"/>
            <a:r>
              <a:rPr lang="en-US" err="1"/>
              <a:t>dd.mm.yy</a:t>
            </a:r>
            <a:endParaRPr lang="en-US"/>
          </a:p>
        </p:txBody>
      </p:sp>
      <p:sp>
        <p:nvSpPr>
          <p:cNvPr id="18" name="Plassholder for bilde 2">
            <a:extLst>
              <a:ext uri="{FF2B5EF4-FFF2-40B4-BE49-F238E27FC236}">
                <a16:creationId xmlns:a16="http://schemas.microsoft.com/office/drawing/2014/main" id="{B43FD533-FAAC-4103-AFC1-88E78E1E14F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667940" y="0"/>
            <a:ext cx="8677085" cy="975722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 lIns="0" tIns="1800000" rIns="0" bIns="0">
            <a:normAutofit/>
          </a:bodyPr>
          <a:lstStyle>
            <a:lvl1pPr marL="0" indent="0" algn="ctr">
              <a:buNone/>
              <a:defRPr sz="3000">
                <a:solidFill>
                  <a:schemeClr val="l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lassholder for dato 20">
            <a:extLst>
              <a:ext uri="{FF2B5EF4-FFF2-40B4-BE49-F238E27FC236}">
                <a16:creationId xmlns:a16="http://schemas.microsoft.com/office/drawing/2014/main" id="{A89FCEFC-C9A7-48DC-A2F7-BE4D4DA94CF7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E2AFA940-BB1A-2546-B1AA-7432196BDF07}" type="datetime1">
              <a:rPr lang="nb-NO" smtClean="0"/>
              <a:t>18.08.2026</a:t>
            </a:fld>
            <a:endParaRPr lang="nb-NO"/>
          </a:p>
        </p:txBody>
      </p:sp>
      <p:sp>
        <p:nvSpPr>
          <p:cNvPr id="22" name="Plassholder for bunntekst 21">
            <a:extLst>
              <a:ext uri="{FF2B5EF4-FFF2-40B4-BE49-F238E27FC236}">
                <a16:creationId xmlns:a16="http://schemas.microsoft.com/office/drawing/2014/main" id="{86F6B1E1-7108-4CA0-9B2D-EC94564CFD5C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972122" y="7668958"/>
            <a:ext cx="4680585" cy="554469"/>
          </a:xfrm>
        </p:spPr>
        <p:txBody>
          <a:bodyPr anchor="t">
            <a:normAutofit/>
          </a:bodyPr>
          <a:lstStyle>
            <a:lvl1pPr>
              <a:defRPr sz="1800"/>
            </a:lvl1pPr>
          </a:lstStyle>
          <a:p>
            <a:r>
              <a:rPr lang="nb-NO"/>
              <a:t>Introduction to A.I - Umair M.I</a:t>
            </a:r>
          </a:p>
        </p:txBody>
      </p:sp>
      <p:sp>
        <p:nvSpPr>
          <p:cNvPr id="23" name="Plassholder for lysbildenummer 22">
            <a:extLst>
              <a:ext uri="{FF2B5EF4-FFF2-40B4-BE49-F238E27FC236}">
                <a16:creationId xmlns:a16="http://schemas.microsoft.com/office/drawing/2014/main" id="{60A9F8C1-89C0-4B7B-9A1C-3CEF3EA77DD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5751DFAA-887F-4071-8EAD-E8CA316FCF06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514112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rside - bildestr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ssholder for bilde 2">
            <a:extLst>
              <a:ext uri="{FF2B5EF4-FFF2-40B4-BE49-F238E27FC236}">
                <a16:creationId xmlns:a16="http://schemas.microsoft.com/office/drawing/2014/main" id="{B43FD533-FAAC-4103-AFC1-88E78E1E14F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57614" y="0"/>
            <a:ext cx="11287411" cy="975722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1800000" rIns="0" bIns="0">
            <a:normAutofit/>
          </a:bodyPr>
          <a:lstStyle>
            <a:lvl1pPr marL="0" indent="0" algn="ctr">
              <a:buNone/>
              <a:defRPr sz="3000">
                <a:solidFill>
                  <a:schemeClr val="l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tel 1"/>
          <p:cNvSpPr>
            <a:spLocks noGrp="1"/>
          </p:cNvSpPr>
          <p:nvPr>
            <p:ph type="ctrTitle"/>
          </p:nvPr>
        </p:nvSpPr>
        <p:spPr>
          <a:xfrm>
            <a:off x="972123" y="2862294"/>
            <a:ext cx="4637380" cy="2160591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Undertittel 2"/>
          <p:cNvSpPr>
            <a:spLocks noGrp="1"/>
          </p:cNvSpPr>
          <p:nvPr>
            <p:ph type="subTitle" idx="1"/>
          </p:nvPr>
        </p:nvSpPr>
        <p:spPr>
          <a:xfrm>
            <a:off x="972122" y="5489579"/>
            <a:ext cx="4637380" cy="923330"/>
          </a:xfrm>
        </p:spPr>
        <p:txBody>
          <a:bodyPr>
            <a:normAutofit/>
          </a:bodyPr>
          <a:lstStyle>
            <a:lvl1pPr marL="0" indent="0" algn="l">
              <a:spcAft>
                <a:spcPts val="0"/>
              </a:spcAft>
              <a:buNone/>
              <a:defRPr sz="3000"/>
            </a:lvl1pPr>
            <a:lvl2pPr marL="650138" indent="0" algn="ctr">
              <a:buNone/>
              <a:defRPr sz="2844"/>
            </a:lvl2pPr>
            <a:lvl3pPr marL="1300277" indent="0" algn="ctr">
              <a:buNone/>
              <a:defRPr sz="2560"/>
            </a:lvl3pPr>
            <a:lvl4pPr marL="1950415" indent="0" algn="ctr">
              <a:buNone/>
              <a:defRPr sz="2275"/>
            </a:lvl4pPr>
            <a:lvl5pPr marL="2600554" indent="0" algn="ctr">
              <a:buNone/>
              <a:defRPr sz="2275"/>
            </a:lvl5pPr>
            <a:lvl6pPr marL="3250692" indent="0" algn="ctr">
              <a:buNone/>
              <a:defRPr sz="2275"/>
            </a:lvl6pPr>
            <a:lvl7pPr marL="3900830" indent="0" algn="ctr">
              <a:buNone/>
              <a:defRPr sz="2275"/>
            </a:lvl7pPr>
            <a:lvl8pPr marL="4550969" indent="0" algn="ctr">
              <a:buNone/>
              <a:defRPr sz="2275"/>
            </a:lvl8pPr>
            <a:lvl9pPr marL="5201107" indent="0" algn="ctr">
              <a:buNone/>
              <a:defRPr sz="2275"/>
            </a:lvl9pPr>
          </a:lstStyle>
          <a:p>
            <a:r>
              <a:rPr lang="en-US"/>
              <a:t>Click to edit Master subtitle style</a:t>
            </a:r>
            <a:endParaRPr lang="nb-NO"/>
          </a:p>
        </p:txBody>
      </p:sp>
      <p:pic>
        <p:nvPicPr>
          <p:cNvPr id="10" name="Bilde 9">
            <a:extLst>
              <a:ext uri="{FF2B5EF4-FFF2-40B4-BE49-F238E27FC236}">
                <a16:creationId xmlns:a16="http://schemas.microsoft.com/office/drawing/2014/main" id="{B2BFC532-BB49-4A9B-828F-DA07981B29A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122" y="8774297"/>
            <a:ext cx="2313437" cy="272797"/>
          </a:xfrm>
          <a:prstGeom prst="rect">
            <a:avLst/>
          </a:prstGeom>
        </p:spPr>
      </p:pic>
      <p:pic>
        <p:nvPicPr>
          <p:cNvPr id="11" name="Bilde 10">
            <a:extLst>
              <a:ext uri="{FF2B5EF4-FFF2-40B4-BE49-F238E27FC236}">
                <a16:creationId xmlns:a16="http://schemas.microsoft.com/office/drawing/2014/main" id="{53C72BA8-5206-40C2-9736-7FFE631FB8C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122" y="972122"/>
            <a:ext cx="1002794" cy="592837"/>
          </a:xfrm>
          <a:prstGeom prst="rect">
            <a:avLst/>
          </a:prstGeom>
        </p:spPr>
      </p:pic>
      <p:sp>
        <p:nvSpPr>
          <p:cNvPr id="13" name="Plassholder for tekst 12">
            <a:extLst>
              <a:ext uri="{FF2B5EF4-FFF2-40B4-BE49-F238E27FC236}">
                <a16:creationId xmlns:a16="http://schemas.microsoft.com/office/drawing/2014/main" id="{13C1365D-4C78-47E2-BB00-E802460A26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71550" y="7258051"/>
            <a:ext cx="3240405" cy="276999"/>
          </a:xfrm>
        </p:spPr>
        <p:txBody>
          <a:bodyPr>
            <a:normAutofit/>
          </a:bodyPr>
          <a:lstStyle>
            <a:lvl1pPr marL="0" indent="0">
              <a:spcAft>
                <a:spcPts val="0"/>
              </a:spcAft>
              <a:buNone/>
              <a:defRPr sz="1800" b="1"/>
            </a:lvl1pPr>
          </a:lstStyle>
          <a:p>
            <a:pPr lvl="0"/>
            <a:r>
              <a:rPr lang="en-US" err="1"/>
              <a:t>Navn</a:t>
            </a:r>
            <a:r>
              <a:rPr lang="en-US"/>
              <a:t> </a:t>
            </a:r>
            <a:r>
              <a:rPr lang="en-US" err="1"/>
              <a:t>Navnesen</a:t>
            </a:r>
            <a:endParaRPr lang="en-US"/>
          </a:p>
        </p:txBody>
      </p:sp>
      <p:sp>
        <p:nvSpPr>
          <p:cNvPr id="14" name="Plassholder for tekst 12">
            <a:extLst>
              <a:ext uri="{FF2B5EF4-FFF2-40B4-BE49-F238E27FC236}">
                <a16:creationId xmlns:a16="http://schemas.microsoft.com/office/drawing/2014/main" id="{7FB3BA08-9F02-4876-8848-E113017893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48774" y="7258051"/>
            <a:ext cx="1260157" cy="276999"/>
          </a:xfrm>
        </p:spPr>
        <p:txBody>
          <a:bodyPr>
            <a:normAutofit/>
          </a:bodyPr>
          <a:lstStyle>
            <a:lvl1pPr marL="0" indent="0">
              <a:spcAft>
                <a:spcPts val="0"/>
              </a:spcAft>
              <a:buNone/>
              <a:defRPr sz="1800" b="1"/>
            </a:lvl1pPr>
          </a:lstStyle>
          <a:p>
            <a:pPr lvl="0"/>
            <a:r>
              <a:rPr lang="en-US" err="1"/>
              <a:t>dd.mm.yy</a:t>
            </a:r>
            <a:endParaRPr lang="en-US"/>
          </a:p>
        </p:txBody>
      </p:sp>
      <p:sp>
        <p:nvSpPr>
          <p:cNvPr id="7" name="Plassholder for dato 6">
            <a:extLst>
              <a:ext uri="{FF2B5EF4-FFF2-40B4-BE49-F238E27FC236}">
                <a16:creationId xmlns:a16="http://schemas.microsoft.com/office/drawing/2014/main" id="{70DF801A-44A6-423A-BF4C-1FE70682DC7B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B794D83D-072A-A04C-A7F3-4BC8A7FAC58B}" type="datetime1">
              <a:rPr lang="nb-NO" smtClean="0"/>
              <a:t>18.08.2026</a:t>
            </a:fld>
            <a:endParaRPr lang="nb-NO"/>
          </a:p>
        </p:txBody>
      </p:sp>
      <p:sp>
        <p:nvSpPr>
          <p:cNvPr id="8" name="Plassholder for bunntekst 7">
            <a:extLst>
              <a:ext uri="{FF2B5EF4-FFF2-40B4-BE49-F238E27FC236}">
                <a16:creationId xmlns:a16="http://schemas.microsoft.com/office/drawing/2014/main" id="{3BAE66B1-31BF-4A40-98BB-F23031F6D52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972122" y="7668958"/>
            <a:ext cx="4680585" cy="554469"/>
          </a:xfrm>
        </p:spPr>
        <p:txBody>
          <a:bodyPr anchor="t">
            <a:normAutofit/>
          </a:bodyPr>
          <a:lstStyle>
            <a:lvl1pPr>
              <a:defRPr sz="1800"/>
            </a:lvl1pPr>
          </a:lstStyle>
          <a:p>
            <a:r>
              <a:rPr lang="nb-NO"/>
              <a:t>Introduction to A.I - Umair M.I</a:t>
            </a:r>
          </a:p>
        </p:txBody>
      </p:sp>
      <p:sp>
        <p:nvSpPr>
          <p:cNvPr id="21" name="Plassholder for lysbildenummer 20">
            <a:extLst>
              <a:ext uri="{FF2B5EF4-FFF2-40B4-BE49-F238E27FC236}">
                <a16:creationId xmlns:a16="http://schemas.microsoft.com/office/drawing/2014/main" id="{DEC930FD-CA96-49B1-B552-D06E67071637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5751DFAA-887F-4071-8EAD-E8CA316FCF06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699102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rside, samarbei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ctrTitle"/>
          </p:nvPr>
        </p:nvSpPr>
        <p:spPr>
          <a:xfrm>
            <a:off x="972122" y="2963894"/>
            <a:ext cx="13008769" cy="2160591"/>
          </a:xfrm>
        </p:spPr>
        <p:txBody>
          <a:bodyPr anchor="b">
            <a:normAutofit/>
          </a:bodyPr>
          <a:lstStyle>
            <a:lvl1pPr algn="l">
              <a:defRPr sz="78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Undertittel 2"/>
          <p:cNvSpPr>
            <a:spLocks noGrp="1"/>
          </p:cNvSpPr>
          <p:nvPr>
            <p:ph type="subTitle" idx="1"/>
          </p:nvPr>
        </p:nvSpPr>
        <p:spPr>
          <a:xfrm>
            <a:off x="972122" y="5489579"/>
            <a:ext cx="13008769" cy="923330"/>
          </a:xfrm>
        </p:spPr>
        <p:txBody>
          <a:bodyPr>
            <a:normAutofit/>
          </a:bodyPr>
          <a:lstStyle>
            <a:lvl1pPr marL="0" indent="0" algn="l">
              <a:spcAft>
                <a:spcPts val="0"/>
              </a:spcAft>
              <a:buNone/>
              <a:defRPr sz="3000"/>
            </a:lvl1pPr>
            <a:lvl2pPr marL="650138" indent="0" algn="ctr">
              <a:buNone/>
              <a:defRPr sz="2844"/>
            </a:lvl2pPr>
            <a:lvl3pPr marL="1300277" indent="0" algn="ctr">
              <a:buNone/>
              <a:defRPr sz="2560"/>
            </a:lvl3pPr>
            <a:lvl4pPr marL="1950415" indent="0" algn="ctr">
              <a:buNone/>
              <a:defRPr sz="2275"/>
            </a:lvl4pPr>
            <a:lvl5pPr marL="2600554" indent="0" algn="ctr">
              <a:buNone/>
              <a:defRPr sz="2275"/>
            </a:lvl5pPr>
            <a:lvl6pPr marL="3250692" indent="0" algn="ctr">
              <a:buNone/>
              <a:defRPr sz="2275"/>
            </a:lvl6pPr>
            <a:lvl7pPr marL="3900830" indent="0" algn="ctr">
              <a:buNone/>
              <a:defRPr sz="2275"/>
            </a:lvl7pPr>
            <a:lvl8pPr marL="4550969" indent="0" algn="ctr">
              <a:buNone/>
              <a:defRPr sz="2275"/>
            </a:lvl8pPr>
            <a:lvl9pPr marL="5201107" indent="0" algn="ctr">
              <a:buNone/>
              <a:defRPr sz="2275"/>
            </a:lvl9pPr>
          </a:lstStyle>
          <a:p>
            <a:r>
              <a:rPr lang="en-US"/>
              <a:t>Click to edit Master subtitle style</a:t>
            </a:r>
            <a:endParaRPr lang="nb-NO"/>
          </a:p>
        </p:txBody>
      </p:sp>
      <p:pic>
        <p:nvPicPr>
          <p:cNvPr id="10" name="Bilde 9">
            <a:extLst>
              <a:ext uri="{FF2B5EF4-FFF2-40B4-BE49-F238E27FC236}">
                <a16:creationId xmlns:a16="http://schemas.microsoft.com/office/drawing/2014/main" id="{B2BFC532-BB49-4A9B-828F-DA07981B29A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122" y="8774297"/>
            <a:ext cx="2313437" cy="272797"/>
          </a:xfrm>
          <a:prstGeom prst="rect">
            <a:avLst/>
          </a:prstGeom>
        </p:spPr>
      </p:pic>
      <p:pic>
        <p:nvPicPr>
          <p:cNvPr id="11" name="Bilde 10">
            <a:extLst>
              <a:ext uri="{FF2B5EF4-FFF2-40B4-BE49-F238E27FC236}">
                <a16:creationId xmlns:a16="http://schemas.microsoft.com/office/drawing/2014/main" id="{53C72BA8-5206-40C2-9736-7FFE631FB8C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122" y="972122"/>
            <a:ext cx="1002794" cy="592837"/>
          </a:xfrm>
          <a:prstGeom prst="rect">
            <a:avLst/>
          </a:prstGeom>
        </p:spPr>
      </p:pic>
      <p:sp>
        <p:nvSpPr>
          <p:cNvPr id="13" name="Plassholder for tekst 12">
            <a:extLst>
              <a:ext uri="{FF2B5EF4-FFF2-40B4-BE49-F238E27FC236}">
                <a16:creationId xmlns:a16="http://schemas.microsoft.com/office/drawing/2014/main" id="{13C1365D-4C78-47E2-BB00-E802460A26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71550" y="7258051"/>
            <a:ext cx="4680585" cy="276999"/>
          </a:xfrm>
        </p:spPr>
        <p:txBody>
          <a:bodyPr>
            <a:normAutofit/>
          </a:bodyPr>
          <a:lstStyle>
            <a:lvl1pPr marL="0" indent="0">
              <a:spcAft>
                <a:spcPts val="0"/>
              </a:spcAft>
              <a:buNone/>
              <a:defRPr sz="1800" b="1"/>
            </a:lvl1pPr>
          </a:lstStyle>
          <a:p>
            <a:pPr lvl="0"/>
            <a:r>
              <a:rPr lang="en-US" err="1"/>
              <a:t>Navn</a:t>
            </a:r>
            <a:r>
              <a:rPr lang="en-US"/>
              <a:t> </a:t>
            </a:r>
            <a:r>
              <a:rPr lang="en-US" err="1"/>
              <a:t>Navnesen</a:t>
            </a:r>
            <a:endParaRPr lang="en-US"/>
          </a:p>
        </p:txBody>
      </p:sp>
      <p:sp>
        <p:nvSpPr>
          <p:cNvPr id="14" name="Plassholder for tekst 12">
            <a:extLst>
              <a:ext uri="{FF2B5EF4-FFF2-40B4-BE49-F238E27FC236}">
                <a16:creationId xmlns:a16="http://schemas.microsoft.com/office/drawing/2014/main" id="{7FB3BA08-9F02-4876-8848-E113017893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10776" y="7258051"/>
            <a:ext cx="1323500" cy="276999"/>
          </a:xfrm>
        </p:spPr>
        <p:txBody>
          <a:bodyPr>
            <a:normAutofit/>
          </a:bodyPr>
          <a:lstStyle>
            <a:lvl1pPr marL="0" indent="0">
              <a:spcAft>
                <a:spcPts val="0"/>
              </a:spcAft>
              <a:buNone/>
              <a:defRPr sz="1800" b="1"/>
            </a:lvl1pPr>
          </a:lstStyle>
          <a:p>
            <a:pPr lvl="0"/>
            <a:r>
              <a:rPr lang="en-US" err="1"/>
              <a:t>dd.mm.yy</a:t>
            </a:r>
            <a:endParaRPr lang="en-US"/>
          </a:p>
        </p:txBody>
      </p:sp>
      <p:sp>
        <p:nvSpPr>
          <p:cNvPr id="19" name="Plassholder for dato 18">
            <a:extLst>
              <a:ext uri="{FF2B5EF4-FFF2-40B4-BE49-F238E27FC236}">
                <a16:creationId xmlns:a16="http://schemas.microsoft.com/office/drawing/2014/main" id="{D92300A2-C93F-436A-A8E9-E76E890344C4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970BB29B-3BF2-C649-B67B-86F56F280184}" type="datetime1">
              <a:rPr lang="nb-NO" smtClean="0"/>
              <a:t>18.08.2026</a:t>
            </a:fld>
            <a:endParaRPr lang="nb-NO"/>
          </a:p>
        </p:txBody>
      </p:sp>
      <p:sp>
        <p:nvSpPr>
          <p:cNvPr id="20" name="Plassholder for bunntekst 19">
            <a:extLst>
              <a:ext uri="{FF2B5EF4-FFF2-40B4-BE49-F238E27FC236}">
                <a16:creationId xmlns:a16="http://schemas.microsoft.com/office/drawing/2014/main" id="{57E1B67A-48D1-4E05-B780-6CFCC194968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972122" y="7668958"/>
            <a:ext cx="4680585" cy="554469"/>
          </a:xfrm>
        </p:spPr>
        <p:txBody>
          <a:bodyPr anchor="t">
            <a:normAutofit/>
          </a:bodyPr>
          <a:lstStyle>
            <a:lvl1pPr>
              <a:defRPr sz="1800"/>
            </a:lvl1pPr>
          </a:lstStyle>
          <a:p>
            <a:r>
              <a:rPr lang="nb-NO"/>
              <a:t>Introduction to A.I - Umair M.I</a:t>
            </a:r>
          </a:p>
        </p:txBody>
      </p:sp>
      <p:sp>
        <p:nvSpPr>
          <p:cNvPr id="21" name="Plassholder for lysbildenummer 20">
            <a:extLst>
              <a:ext uri="{FF2B5EF4-FFF2-40B4-BE49-F238E27FC236}">
                <a16:creationId xmlns:a16="http://schemas.microsoft.com/office/drawing/2014/main" id="{03FECDC5-AA49-4FC4-BAFD-0FF7FC54F45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751DFAA-887F-4071-8EAD-E8CA316FCF06}" type="slidenum">
              <a:rPr lang="nb-NO" smtClean="0"/>
              <a:pPr/>
              <a:t>‹#›</a:t>
            </a:fld>
            <a:endParaRPr lang="nb-NO"/>
          </a:p>
        </p:txBody>
      </p:sp>
      <p:sp>
        <p:nvSpPr>
          <p:cNvPr id="5" name="Plassholder for bilde 4">
            <a:extLst>
              <a:ext uri="{FF2B5EF4-FFF2-40B4-BE49-F238E27FC236}">
                <a16:creationId xmlns:a16="http://schemas.microsoft.com/office/drawing/2014/main" id="{E18F7118-4BBA-4894-9865-C9BC85EE8D99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15661960" y="972122"/>
            <a:ext cx="713233" cy="650749"/>
          </a:xfrm>
          <a:prstGeom prst="rect">
            <a:avLst/>
          </a:prstGeom>
        </p:spPr>
        <p:txBody>
          <a:bodyPr lIns="91440" tIns="45720" rIns="91440" bIns="45720"/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1838673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rside, samarbeid - bildest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ctrTitle"/>
          </p:nvPr>
        </p:nvSpPr>
        <p:spPr>
          <a:xfrm>
            <a:off x="972123" y="2963894"/>
            <a:ext cx="9876377" cy="2160591"/>
          </a:xfrm>
        </p:spPr>
        <p:txBody>
          <a:bodyPr anchor="b">
            <a:normAutofit/>
          </a:bodyPr>
          <a:lstStyle>
            <a:lvl1pPr algn="l">
              <a:defRPr sz="78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Undertittel 2"/>
          <p:cNvSpPr>
            <a:spLocks noGrp="1"/>
          </p:cNvSpPr>
          <p:nvPr>
            <p:ph type="subTitle" idx="1"/>
          </p:nvPr>
        </p:nvSpPr>
        <p:spPr>
          <a:xfrm>
            <a:off x="972122" y="5489579"/>
            <a:ext cx="9876377" cy="923330"/>
          </a:xfrm>
        </p:spPr>
        <p:txBody>
          <a:bodyPr>
            <a:normAutofit/>
          </a:bodyPr>
          <a:lstStyle>
            <a:lvl1pPr marL="0" indent="0" algn="l">
              <a:spcAft>
                <a:spcPts val="0"/>
              </a:spcAft>
              <a:buNone/>
              <a:defRPr sz="3000"/>
            </a:lvl1pPr>
            <a:lvl2pPr marL="650138" indent="0" algn="ctr">
              <a:buNone/>
              <a:defRPr sz="2844"/>
            </a:lvl2pPr>
            <a:lvl3pPr marL="1300277" indent="0" algn="ctr">
              <a:buNone/>
              <a:defRPr sz="2560"/>
            </a:lvl3pPr>
            <a:lvl4pPr marL="1950415" indent="0" algn="ctr">
              <a:buNone/>
              <a:defRPr sz="2275"/>
            </a:lvl4pPr>
            <a:lvl5pPr marL="2600554" indent="0" algn="ctr">
              <a:buNone/>
              <a:defRPr sz="2275"/>
            </a:lvl5pPr>
            <a:lvl6pPr marL="3250692" indent="0" algn="ctr">
              <a:buNone/>
              <a:defRPr sz="2275"/>
            </a:lvl6pPr>
            <a:lvl7pPr marL="3900830" indent="0" algn="ctr">
              <a:buNone/>
              <a:defRPr sz="2275"/>
            </a:lvl7pPr>
            <a:lvl8pPr marL="4550969" indent="0" algn="ctr">
              <a:buNone/>
              <a:defRPr sz="2275"/>
            </a:lvl8pPr>
            <a:lvl9pPr marL="5201107" indent="0" algn="ctr">
              <a:buNone/>
              <a:defRPr sz="2275"/>
            </a:lvl9pPr>
          </a:lstStyle>
          <a:p>
            <a:r>
              <a:rPr lang="en-US"/>
              <a:t>Click to edit Master subtitle style</a:t>
            </a:r>
            <a:endParaRPr lang="nb-NO"/>
          </a:p>
        </p:txBody>
      </p:sp>
      <p:pic>
        <p:nvPicPr>
          <p:cNvPr id="10" name="Bilde 9">
            <a:extLst>
              <a:ext uri="{FF2B5EF4-FFF2-40B4-BE49-F238E27FC236}">
                <a16:creationId xmlns:a16="http://schemas.microsoft.com/office/drawing/2014/main" id="{B2BFC532-BB49-4A9B-828F-DA07981B29A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122" y="8774297"/>
            <a:ext cx="2313437" cy="272797"/>
          </a:xfrm>
          <a:prstGeom prst="rect">
            <a:avLst/>
          </a:prstGeom>
        </p:spPr>
      </p:pic>
      <p:pic>
        <p:nvPicPr>
          <p:cNvPr id="11" name="Bilde 10">
            <a:extLst>
              <a:ext uri="{FF2B5EF4-FFF2-40B4-BE49-F238E27FC236}">
                <a16:creationId xmlns:a16="http://schemas.microsoft.com/office/drawing/2014/main" id="{53C72BA8-5206-40C2-9736-7FFE631FB8C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122" y="972122"/>
            <a:ext cx="1002794" cy="592837"/>
          </a:xfrm>
          <a:prstGeom prst="rect">
            <a:avLst/>
          </a:prstGeom>
        </p:spPr>
      </p:pic>
      <p:sp>
        <p:nvSpPr>
          <p:cNvPr id="13" name="Plassholder for tekst 12">
            <a:extLst>
              <a:ext uri="{FF2B5EF4-FFF2-40B4-BE49-F238E27FC236}">
                <a16:creationId xmlns:a16="http://schemas.microsoft.com/office/drawing/2014/main" id="{13C1365D-4C78-47E2-BB00-E802460A26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71550" y="7258051"/>
            <a:ext cx="4680585" cy="276999"/>
          </a:xfrm>
        </p:spPr>
        <p:txBody>
          <a:bodyPr>
            <a:normAutofit/>
          </a:bodyPr>
          <a:lstStyle>
            <a:lvl1pPr marL="0" indent="0">
              <a:spcAft>
                <a:spcPts val="0"/>
              </a:spcAft>
              <a:buNone/>
              <a:defRPr sz="1800" b="1"/>
            </a:lvl1pPr>
          </a:lstStyle>
          <a:p>
            <a:pPr lvl="0"/>
            <a:r>
              <a:rPr lang="en-US" err="1"/>
              <a:t>Navn</a:t>
            </a:r>
            <a:r>
              <a:rPr lang="en-US"/>
              <a:t> </a:t>
            </a:r>
            <a:r>
              <a:rPr lang="en-US" err="1"/>
              <a:t>Navnesen</a:t>
            </a:r>
            <a:endParaRPr lang="en-US"/>
          </a:p>
        </p:txBody>
      </p:sp>
      <p:sp>
        <p:nvSpPr>
          <p:cNvPr id="14" name="Plassholder for tekst 12">
            <a:extLst>
              <a:ext uri="{FF2B5EF4-FFF2-40B4-BE49-F238E27FC236}">
                <a16:creationId xmlns:a16="http://schemas.microsoft.com/office/drawing/2014/main" id="{7FB3BA08-9F02-4876-8848-E113017893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10776" y="7258051"/>
            <a:ext cx="1323500" cy="276999"/>
          </a:xfrm>
        </p:spPr>
        <p:txBody>
          <a:bodyPr>
            <a:normAutofit/>
          </a:bodyPr>
          <a:lstStyle>
            <a:lvl1pPr marL="0" indent="0">
              <a:spcAft>
                <a:spcPts val="0"/>
              </a:spcAft>
              <a:buNone/>
              <a:defRPr sz="1800" b="1"/>
            </a:lvl1pPr>
          </a:lstStyle>
          <a:p>
            <a:pPr lvl="0"/>
            <a:r>
              <a:rPr lang="en-US" err="1"/>
              <a:t>dd.mm.yy</a:t>
            </a:r>
            <a:endParaRPr lang="en-US"/>
          </a:p>
        </p:txBody>
      </p:sp>
      <p:sp>
        <p:nvSpPr>
          <p:cNvPr id="18" name="Plassholder for bilde 2">
            <a:extLst>
              <a:ext uri="{FF2B5EF4-FFF2-40B4-BE49-F238E27FC236}">
                <a16:creationId xmlns:a16="http://schemas.microsoft.com/office/drawing/2014/main" id="{09618C08-F29C-40C4-8567-0AA16331659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1296269" y="-1"/>
            <a:ext cx="6048756" cy="975722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 lIns="0" tIns="1800000" rIns="0" bIns="0">
            <a:normAutofit/>
          </a:bodyPr>
          <a:lstStyle>
            <a:lvl1pPr marL="0" indent="0" algn="ctr">
              <a:buNone/>
              <a:defRPr sz="3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Plassholder for dato 6">
            <a:extLst>
              <a:ext uri="{FF2B5EF4-FFF2-40B4-BE49-F238E27FC236}">
                <a16:creationId xmlns:a16="http://schemas.microsoft.com/office/drawing/2014/main" id="{9C9975B5-4B5A-4A2F-BFDB-CB07FFF41FA2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EDE9C3DA-D7F3-C34D-98A9-7B2CFF57CFC6}" type="datetime1">
              <a:rPr lang="nb-NO" smtClean="0"/>
              <a:t>18.08.2026</a:t>
            </a:fld>
            <a:endParaRPr lang="nb-NO"/>
          </a:p>
        </p:txBody>
      </p:sp>
      <p:sp>
        <p:nvSpPr>
          <p:cNvPr id="8" name="Plassholder for bunntekst 7">
            <a:extLst>
              <a:ext uri="{FF2B5EF4-FFF2-40B4-BE49-F238E27FC236}">
                <a16:creationId xmlns:a16="http://schemas.microsoft.com/office/drawing/2014/main" id="{32A4462D-B68E-4569-9BEC-C576B12E203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972122" y="7668520"/>
            <a:ext cx="4680585" cy="553998"/>
          </a:xfrm>
        </p:spPr>
        <p:txBody>
          <a:bodyPr anchor="t">
            <a:normAutofit/>
          </a:bodyPr>
          <a:lstStyle>
            <a:lvl1pPr>
              <a:defRPr sz="1800"/>
            </a:lvl1pPr>
          </a:lstStyle>
          <a:p>
            <a:r>
              <a:rPr lang="nb-NO"/>
              <a:t>Introduction to A.I - Umair M.I</a:t>
            </a:r>
          </a:p>
        </p:txBody>
      </p:sp>
      <p:sp>
        <p:nvSpPr>
          <p:cNvPr id="9" name="Plassholder for lysbildenummer 8">
            <a:extLst>
              <a:ext uri="{FF2B5EF4-FFF2-40B4-BE49-F238E27FC236}">
                <a16:creationId xmlns:a16="http://schemas.microsoft.com/office/drawing/2014/main" id="{2D0123D4-9C42-4ABB-9A5B-37874E90FD25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5751DFAA-887F-4071-8EAD-E8CA316FCF06}" type="slidenum">
              <a:rPr lang="nb-NO" smtClean="0"/>
              <a:pPr/>
              <a:t>‹#›</a:t>
            </a:fld>
            <a:endParaRPr lang="nb-NO"/>
          </a:p>
        </p:txBody>
      </p:sp>
      <p:sp>
        <p:nvSpPr>
          <p:cNvPr id="15" name="Plassholder for bilde 4">
            <a:extLst>
              <a:ext uri="{FF2B5EF4-FFF2-40B4-BE49-F238E27FC236}">
                <a16:creationId xmlns:a16="http://schemas.microsoft.com/office/drawing/2014/main" id="{C58DDDE6-A7EF-4EF2-98F8-7C8C432B202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10135267" y="972122"/>
            <a:ext cx="713233" cy="650749"/>
          </a:xfrm>
          <a:prstGeom prst="rect">
            <a:avLst/>
          </a:prstGeom>
        </p:spPr>
        <p:txBody>
          <a:bodyPr lIns="91440" tIns="45720" rIns="91440" bIns="45720"/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879630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rside, samarbeid - bildestr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ctrTitle"/>
          </p:nvPr>
        </p:nvSpPr>
        <p:spPr>
          <a:xfrm>
            <a:off x="972123" y="2862294"/>
            <a:ext cx="7258850" cy="2160591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Undertittel 2"/>
          <p:cNvSpPr>
            <a:spLocks noGrp="1"/>
          </p:cNvSpPr>
          <p:nvPr>
            <p:ph type="subTitle" idx="1"/>
          </p:nvPr>
        </p:nvSpPr>
        <p:spPr>
          <a:xfrm>
            <a:off x="972122" y="5489579"/>
            <a:ext cx="7258850" cy="923330"/>
          </a:xfrm>
        </p:spPr>
        <p:txBody>
          <a:bodyPr>
            <a:normAutofit/>
          </a:bodyPr>
          <a:lstStyle>
            <a:lvl1pPr marL="0" indent="0" algn="l">
              <a:spcAft>
                <a:spcPts val="0"/>
              </a:spcAft>
              <a:buNone/>
              <a:defRPr sz="3000"/>
            </a:lvl1pPr>
            <a:lvl2pPr marL="650138" indent="0" algn="ctr">
              <a:buNone/>
              <a:defRPr sz="2844"/>
            </a:lvl2pPr>
            <a:lvl3pPr marL="1300277" indent="0" algn="ctr">
              <a:buNone/>
              <a:defRPr sz="2560"/>
            </a:lvl3pPr>
            <a:lvl4pPr marL="1950415" indent="0" algn="ctr">
              <a:buNone/>
              <a:defRPr sz="2275"/>
            </a:lvl4pPr>
            <a:lvl5pPr marL="2600554" indent="0" algn="ctr">
              <a:buNone/>
              <a:defRPr sz="2275"/>
            </a:lvl5pPr>
            <a:lvl6pPr marL="3250692" indent="0" algn="ctr">
              <a:buNone/>
              <a:defRPr sz="2275"/>
            </a:lvl6pPr>
            <a:lvl7pPr marL="3900830" indent="0" algn="ctr">
              <a:buNone/>
              <a:defRPr sz="2275"/>
            </a:lvl7pPr>
            <a:lvl8pPr marL="4550969" indent="0" algn="ctr">
              <a:buNone/>
              <a:defRPr sz="2275"/>
            </a:lvl8pPr>
            <a:lvl9pPr marL="5201107" indent="0" algn="ctr">
              <a:buNone/>
              <a:defRPr sz="2275"/>
            </a:lvl9pPr>
          </a:lstStyle>
          <a:p>
            <a:r>
              <a:rPr lang="en-US"/>
              <a:t>Click to edit Master subtitle style</a:t>
            </a:r>
            <a:endParaRPr lang="nb-NO"/>
          </a:p>
        </p:txBody>
      </p:sp>
      <p:pic>
        <p:nvPicPr>
          <p:cNvPr id="10" name="Bilde 9">
            <a:extLst>
              <a:ext uri="{FF2B5EF4-FFF2-40B4-BE49-F238E27FC236}">
                <a16:creationId xmlns:a16="http://schemas.microsoft.com/office/drawing/2014/main" id="{B2BFC532-BB49-4A9B-828F-DA07981B29A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122" y="8774297"/>
            <a:ext cx="2313437" cy="272797"/>
          </a:xfrm>
          <a:prstGeom prst="rect">
            <a:avLst/>
          </a:prstGeom>
        </p:spPr>
      </p:pic>
      <p:pic>
        <p:nvPicPr>
          <p:cNvPr id="11" name="Bilde 10">
            <a:extLst>
              <a:ext uri="{FF2B5EF4-FFF2-40B4-BE49-F238E27FC236}">
                <a16:creationId xmlns:a16="http://schemas.microsoft.com/office/drawing/2014/main" id="{53C72BA8-5206-40C2-9736-7FFE631FB8C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122" y="972122"/>
            <a:ext cx="1002794" cy="592837"/>
          </a:xfrm>
          <a:prstGeom prst="rect">
            <a:avLst/>
          </a:prstGeom>
        </p:spPr>
      </p:pic>
      <p:sp>
        <p:nvSpPr>
          <p:cNvPr id="13" name="Plassholder for tekst 12">
            <a:extLst>
              <a:ext uri="{FF2B5EF4-FFF2-40B4-BE49-F238E27FC236}">
                <a16:creationId xmlns:a16="http://schemas.microsoft.com/office/drawing/2014/main" id="{13C1365D-4C78-47E2-BB00-E802460A26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71550" y="7258051"/>
            <a:ext cx="4680585" cy="276999"/>
          </a:xfrm>
        </p:spPr>
        <p:txBody>
          <a:bodyPr>
            <a:normAutofit/>
          </a:bodyPr>
          <a:lstStyle>
            <a:lvl1pPr marL="0" indent="0">
              <a:spcAft>
                <a:spcPts val="0"/>
              </a:spcAft>
              <a:buNone/>
              <a:defRPr sz="1800" b="1"/>
            </a:lvl1pPr>
          </a:lstStyle>
          <a:p>
            <a:pPr lvl="0"/>
            <a:r>
              <a:rPr lang="en-US" err="1"/>
              <a:t>Navn</a:t>
            </a:r>
            <a:r>
              <a:rPr lang="en-US"/>
              <a:t> </a:t>
            </a:r>
            <a:r>
              <a:rPr lang="en-US" err="1"/>
              <a:t>Navnesen</a:t>
            </a:r>
            <a:endParaRPr lang="en-US"/>
          </a:p>
        </p:txBody>
      </p:sp>
      <p:sp>
        <p:nvSpPr>
          <p:cNvPr id="14" name="Plassholder for tekst 12">
            <a:extLst>
              <a:ext uri="{FF2B5EF4-FFF2-40B4-BE49-F238E27FC236}">
                <a16:creationId xmlns:a16="http://schemas.microsoft.com/office/drawing/2014/main" id="{7FB3BA08-9F02-4876-8848-E113017893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10776" y="7258051"/>
            <a:ext cx="1323500" cy="276999"/>
          </a:xfrm>
        </p:spPr>
        <p:txBody>
          <a:bodyPr>
            <a:normAutofit/>
          </a:bodyPr>
          <a:lstStyle>
            <a:lvl1pPr marL="0" indent="0">
              <a:spcAft>
                <a:spcPts val="0"/>
              </a:spcAft>
              <a:buNone/>
              <a:defRPr sz="1800" b="1"/>
            </a:lvl1pPr>
          </a:lstStyle>
          <a:p>
            <a:pPr lvl="0"/>
            <a:r>
              <a:rPr lang="en-US" err="1"/>
              <a:t>dd.mm.yy</a:t>
            </a:r>
            <a:endParaRPr lang="en-US"/>
          </a:p>
        </p:txBody>
      </p:sp>
      <p:sp>
        <p:nvSpPr>
          <p:cNvPr id="18" name="Plassholder for bilde 2">
            <a:extLst>
              <a:ext uri="{FF2B5EF4-FFF2-40B4-BE49-F238E27FC236}">
                <a16:creationId xmlns:a16="http://schemas.microsoft.com/office/drawing/2014/main" id="{B43FD533-FAAC-4103-AFC1-88E78E1E14F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667940" y="0"/>
            <a:ext cx="8677085" cy="975722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 lIns="0" tIns="1800000" rIns="0" bIns="0">
            <a:normAutofit/>
          </a:bodyPr>
          <a:lstStyle>
            <a:lvl1pPr marL="0" indent="0" algn="ctr">
              <a:buNone/>
              <a:defRPr sz="3000">
                <a:solidFill>
                  <a:schemeClr val="l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Plassholder for dato 6">
            <a:extLst>
              <a:ext uri="{FF2B5EF4-FFF2-40B4-BE49-F238E27FC236}">
                <a16:creationId xmlns:a16="http://schemas.microsoft.com/office/drawing/2014/main" id="{C8943FA9-1FC1-4CA6-9987-51D4A224B782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3E17D02D-71F8-DB4B-9CDA-5E95B12F834E}" type="datetime1">
              <a:rPr lang="nb-NO" smtClean="0"/>
              <a:t>18.08.2026</a:t>
            </a:fld>
            <a:endParaRPr lang="nb-NO"/>
          </a:p>
        </p:txBody>
      </p:sp>
      <p:sp>
        <p:nvSpPr>
          <p:cNvPr id="8" name="Plassholder for bunntekst 7">
            <a:extLst>
              <a:ext uri="{FF2B5EF4-FFF2-40B4-BE49-F238E27FC236}">
                <a16:creationId xmlns:a16="http://schemas.microsoft.com/office/drawing/2014/main" id="{26AB9857-A3BC-4168-94D2-E16B4C9D7E0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972122" y="7668521"/>
            <a:ext cx="4680585" cy="553998"/>
          </a:xfrm>
        </p:spPr>
        <p:txBody>
          <a:bodyPr anchor="t">
            <a:normAutofit/>
          </a:bodyPr>
          <a:lstStyle>
            <a:lvl1pPr>
              <a:defRPr sz="1800"/>
            </a:lvl1pPr>
          </a:lstStyle>
          <a:p>
            <a:r>
              <a:rPr lang="nb-NO"/>
              <a:t>Introduction to A.I - Umair M.I</a:t>
            </a:r>
          </a:p>
        </p:txBody>
      </p:sp>
      <p:sp>
        <p:nvSpPr>
          <p:cNvPr id="9" name="Plassholder for lysbildenummer 8">
            <a:extLst>
              <a:ext uri="{FF2B5EF4-FFF2-40B4-BE49-F238E27FC236}">
                <a16:creationId xmlns:a16="http://schemas.microsoft.com/office/drawing/2014/main" id="{C95D276C-EFB8-4B16-B8EC-3B53CBDB3477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5751DFAA-887F-4071-8EAD-E8CA316FCF06}" type="slidenum">
              <a:rPr lang="nb-NO" smtClean="0"/>
              <a:pPr/>
              <a:t>‹#›</a:t>
            </a:fld>
            <a:endParaRPr lang="nb-NO"/>
          </a:p>
        </p:txBody>
      </p:sp>
      <p:sp>
        <p:nvSpPr>
          <p:cNvPr id="15" name="Plassholder for bilde 4">
            <a:extLst>
              <a:ext uri="{FF2B5EF4-FFF2-40B4-BE49-F238E27FC236}">
                <a16:creationId xmlns:a16="http://schemas.microsoft.com/office/drawing/2014/main" id="{D8135442-1495-4020-900D-917070638299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7517740" y="972122"/>
            <a:ext cx="713233" cy="650749"/>
          </a:xfrm>
          <a:prstGeom prst="rect">
            <a:avLst/>
          </a:prstGeom>
        </p:spPr>
        <p:txBody>
          <a:bodyPr lIns="91440" tIns="45720" rIns="91440" bIns="45720"/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2473004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rside, samarbeid - bildestr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ssholder for bilde 2">
            <a:extLst>
              <a:ext uri="{FF2B5EF4-FFF2-40B4-BE49-F238E27FC236}">
                <a16:creationId xmlns:a16="http://schemas.microsoft.com/office/drawing/2014/main" id="{B43FD533-FAAC-4103-AFC1-88E78E1E14F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57614" y="0"/>
            <a:ext cx="11287411" cy="975722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1800000" rIns="0" bIns="0">
            <a:normAutofit/>
          </a:bodyPr>
          <a:lstStyle>
            <a:lvl1pPr marL="0" indent="0" algn="ctr">
              <a:buNone/>
              <a:defRPr sz="3000">
                <a:solidFill>
                  <a:schemeClr val="l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tel 1"/>
          <p:cNvSpPr>
            <a:spLocks noGrp="1"/>
          </p:cNvSpPr>
          <p:nvPr>
            <p:ph type="ctrTitle"/>
          </p:nvPr>
        </p:nvSpPr>
        <p:spPr>
          <a:xfrm>
            <a:off x="972123" y="2862294"/>
            <a:ext cx="4637723" cy="2160591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Undertittel 2"/>
          <p:cNvSpPr>
            <a:spLocks noGrp="1"/>
          </p:cNvSpPr>
          <p:nvPr>
            <p:ph type="subTitle" idx="1"/>
          </p:nvPr>
        </p:nvSpPr>
        <p:spPr>
          <a:xfrm>
            <a:off x="972122" y="5489579"/>
            <a:ext cx="4637723" cy="923330"/>
          </a:xfrm>
        </p:spPr>
        <p:txBody>
          <a:bodyPr>
            <a:normAutofit/>
          </a:bodyPr>
          <a:lstStyle>
            <a:lvl1pPr marL="0" indent="0" algn="l">
              <a:spcAft>
                <a:spcPts val="0"/>
              </a:spcAft>
              <a:buNone/>
              <a:defRPr sz="3000"/>
            </a:lvl1pPr>
            <a:lvl2pPr marL="650138" indent="0" algn="ctr">
              <a:buNone/>
              <a:defRPr sz="2844"/>
            </a:lvl2pPr>
            <a:lvl3pPr marL="1300277" indent="0" algn="ctr">
              <a:buNone/>
              <a:defRPr sz="2560"/>
            </a:lvl3pPr>
            <a:lvl4pPr marL="1950415" indent="0" algn="ctr">
              <a:buNone/>
              <a:defRPr sz="2275"/>
            </a:lvl4pPr>
            <a:lvl5pPr marL="2600554" indent="0" algn="ctr">
              <a:buNone/>
              <a:defRPr sz="2275"/>
            </a:lvl5pPr>
            <a:lvl6pPr marL="3250692" indent="0" algn="ctr">
              <a:buNone/>
              <a:defRPr sz="2275"/>
            </a:lvl6pPr>
            <a:lvl7pPr marL="3900830" indent="0" algn="ctr">
              <a:buNone/>
              <a:defRPr sz="2275"/>
            </a:lvl7pPr>
            <a:lvl8pPr marL="4550969" indent="0" algn="ctr">
              <a:buNone/>
              <a:defRPr sz="2275"/>
            </a:lvl8pPr>
            <a:lvl9pPr marL="5201107" indent="0" algn="ctr">
              <a:buNone/>
              <a:defRPr sz="2275"/>
            </a:lvl9pPr>
          </a:lstStyle>
          <a:p>
            <a:r>
              <a:rPr lang="en-US"/>
              <a:t>Click to edit Master subtitle style</a:t>
            </a:r>
            <a:endParaRPr lang="nb-NO"/>
          </a:p>
        </p:txBody>
      </p:sp>
      <p:pic>
        <p:nvPicPr>
          <p:cNvPr id="10" name="Bilde 9">
            <a:extLst>
              <a:ext uri="{FF2B5EF4-FFF2-40B4-BE49-F238E27FC236}">
                <a16:creationId xmlns:a16="http://schemas.microsoft.com/office/drawing/2014/main" id="{B2BFC532-BB49-4A9B-828F-DA07981B29A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122" y="8774297"/>
            <a:ext cx="2313437" cy="272797"/>
          </a:xfrm>
          <a:prstGeom prst="rect">
            <a:avLst/>
          </a:prstGeom>
        </p:spPr>
      </p:pic>
      <p:pic>
        <p:nvPicPr>
          <p:cNvPr id="11" name="Bilde 10">
            <a:extLst>
              <a:ext uri="{FF2B5EF4-FFF2-40B4-BE49-F238E27FC236}">
                <a16:creationId xmlns:a16="http://schemas.microsoft.com/office/drawing/2014/main" id="{53C72BA8-5206-40C2-9736-7FFE631FB8C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122" y="972122"/>
            <a:ext cx="1002794" cy="592837"/>
          </a:xfrm>
          <a:prstGeom prst="rect">
            <a:avLst/>
          </a:prstGeom>
        </p:spPr>
      </p:pic>
      <p:sp>
        <p:nvSpPr>
          <p:cNvPr id="13" name="Plassholder for tekst 12">
            <a:extLst>
              <a:ext uri="{FF2B5EF4-FFF2-40B4-BE49-F238E27FC236}">
                <a16:creationId xmlns:a16="http://schemas.microsoft.com/office/drawing/2014/main" id="{13C1365D-4C78-47E2-BB00-E802460A26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71550" y="7258051"/>
            <a:ext cx="3240405" cy="276999"/>
          </a:xfrm>
        </p:spPr>
        <p:txBody>
          <a:bodyPr>
            <a:normAutofit/>
          </a:bodyPr>
          <a:lstStyle>
            <a:lvl1pPr marL="0" indent="0">
              <a:spcAft>
                <a:spcPts val="0"/>
              </a:spcAft>
              <a:buNone/>
              <a:defRPr sz="1800" b="1"/>
            </a:lvl1pPr>
          </a:lstStyle>
          <a:p>
            <a:pPr lvl="0"/>
            <a:r>
              <a:rPr lang="en-US" err="1"/>
              <a:t>Navn</a:t>
            </a:r>
            <a:r>
              <a:rPr lang="en-US"/>
              <a:t> </a:t>
            </a:r>
            <a:r>
              <a:rPr lang="en-US" err="1"/>
              <a:t>Navnesen</a:t>
            </a:r>
            <a:endParaRPr lang="en-US"/>
          </a:p>
        </p:txBody>
      </p:sp>
      <p:sp>
        <p:nvSpPr>
          <p:cNvPr id="14" name="Plassholder for tekst 12">
            <a:extLst>
              <a:ext uri="{FF2B5EF4-FFF2-40B4-BE49-F238E27FC236}">
                <a16:creationId xmlns:a16="http://schemas.microsoft.com/office/drawing/2014/main" id="{7FB3BA08-9F02-4876-8848-E113017893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49688" y="7258051"/>
            <a:ext cx="1260157" cy="276999"/>
          </a:xfrm>
        </p:spPr>
        <p:txBody>
          <a:bodyPr>
            <a:normAutofit/>
          </a:bodyPr>
          <a:lstStyle>
            <a:lvl1pPr marL="0" indent="0">
              <a:spcAft>
                <a:spcPts val="0"/>
              </a:spcAft>
              <a:buNone/>
              <a:defRPr sz="1800" b="1"/>
            </a:lvl1pPr>
          </a:lstStyle>
          <a:p>
            <a:pPr lvl="0"/>
            <a:r>
              <a:rPr lang="en-US" err="1"/>
              <a:t>dd.mm.yy</a:t>
            </a:r>
            <a:endParaRPr lang="en-US"/>
          </a:p>
        </p:txBody>
      </p:sp>
      <p:sp>
        <p:nvSpPr>
          <p:cNvPr id="7" name="Plassholder for dato 6">
            <a:extLst>
              <a:ext uri="{FF2B5EF4-FFF2-40B4-BE49-F238E27FC236}">
                <a16:creationId xmlns:a16="http://schemas.microsoft.com/office/drawing/2014/main" id="{322CBC60-2F96-4955-8CB7-A723C0337AF7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AFDEF325-5E12-1C40-877B-11C33935E977}" type="datetime1">
              <a:rPr lang="nb-NO" smtClean="0"/>
              <a:t>18.08.2026</a:t>
            </a:fld>
            <a:endParaRPr lang="nb-NO"/>
          </a:p>
        </p:txBody>
      </p:sp>
      <p:sp>
        <p:nvSpPr>
          <p:cNvPr id="8" name="Plassholder for bunntekst 7">
            <a:extLst>
              <a:ext uri="{FF2B5EF4-FFF2-40B4-BE49-F238E27FC236}">
                <a16:creationId xmlns:a16="http://schemas.microsoft.com/office/drawing/2014/main" id="{734F802C-71FE-47BA-816D-423460A9EB6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971551" y="7661755"/>
            <a:ext cx="4637723" cy="553998"/>
          </a:xfrm>
        </p:spPr>
        <p:txBody>
          <a:bodyPr anchor="t">
            <a:normAutofit/>
          </a:bodyPr>
          <a:lstStyle>
            <a:lvl1pPr>
              <a:defRPr sz="1800"/>
            </a:lvl1pPr>
          </a:lstStyle>
          <a:p>
            <a:r>
              <a:rPr lang="nb-NO"/>
              <a:t>Introduction to A.I - Umair M.I</a:t>
            </a:r>
          </a:p>
        </p:txBody>
      </p:sp>
      <p:sp>
        <p:nvSpPr>
          <p:cNvPr id="9" name="Plassholder for lysbildenummer 8">
            <a:extLst>
              <a:ext uri="{FF2B5EF4-FFF2-40B4-BE49-F238E27FC236}">
                <a16:creationId xmlns:a16="http://schemas.microsoft.com/office/drawing/2014/main" id="{8D2008E8-13A1-4052-91CA-FD29ACBA8C5A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5751DFAA-887F-4071-8EAD-E8CA316FCF06}" type="slidenum">
              <a:rPr lang="nb-NO" smtClean="0"/>
              <a:pPr/>
              <a:t>‹#›</a:t>
            </a:fld>
            <a:endParaRPr lang="nb-NO"/>
          </a:p>
        </p:txBody>
      </p:sp>
      <p:sp>
        <p:nvSpPr>
          <p:cNvPr id="15" name="Plassholder for bilde 4">
            <a:extLst>
              <a:ext uri="{FF2B5EF4-FFF2-40B4-BE49-F238E27FC236}">
                <a16:creationId xmlns:a16="http://schemas.microsoft.com/office/drawing/2014/main" id="{66EBDB16-4B51-4813-AB2B-6B7738B506C9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896612" y="972122"/>
            <a:ext cx="713233" cy="650749"/>
          </a:xfrm>
          <a:prstGeom prst="rect">
            <a:avLst/>
          </a:prstGeom>
        </p:spPr>
        <p:txBody>
          <a:bodyPr lIns="91440" tIns="45720" rIns="91440" bIns="45720"/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1784744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Plassholder for inn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1FDB4-D115-F743-900E-8B987E95887B}" type="datetime1">
              <a:rPr lang="nb-NO" smtClean="0"/>
              <a:t>18.08.2026</a:t>
            </a:fld>
            <a:endParaRPr lang="nb-NO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Introduction to A.I - Umair M.I</a:t>
            </a:r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1DFAA-887F-4071-8EAD-E8CA316FCF06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212558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loverskrift sto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972122" y="4528153"/>
            <a:ext cx="15373922" cy="3323987"/>
          </a:xfrm>
        </p:spPr>
        <p:txBody>
          <a:bodyPr anchor="b">
            <a:normAutofit/>
          </a:bodyPr>
          <a:lstStyle>
            <a:lvl1pPr>
              <a:defRPr sz="12000" cap="all" baseline="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43DC5-FF72-5D45-9139-1EF4D4DD79A8}" type="datetime1">
              <a:rPr lang="nb-NO" smtClean="0"/>
              <a:t>18.08.2026</a:t>
            </a:fld>
            <a:endParaRPr lang="nb-NO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Introduction to A.I - Umair M.I</a:t>
            </a:r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1DFAA-887F-4071-8EAD-E8CA316FCF06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584116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loverskrift lite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972122" y="5560923"/>
            <a:ext cx="15373922" cy="2160591"/>
          </a:xfrm>
        </p:spPr>
        <p:txBody>
          <a:bodyPr anchor="b">
            <a:normAutofit/>
          </a:bodyPr>
          <a:lstStyle>
            <a:lvl1pPr>
              <a:defRPr sz="7800" cap="all" baseline="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E0319-3502-1446-A29C-667B63DCC821}" type="datetime1">
              <a:rPr lang="nb-NO" smtClean="0"/>
              <a:t>18.08.2026</a:t>
            </a:fld>
            <a:endParaRPr lang="nb-NO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Introduction to A.I - Umair M.I</a:t>
            </a:r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1DFAA-887F-4071-8EAD-E8CA316FCF06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3038263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3x tekstboks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28637-AC9E-7948-8472-9501588C7B1A}" type="datetime1">
              <a:rPr lang="nb-NO" smtClean="0"/>
              <a:t>18.08.2026</a:t>
            </a:fld>
            <a:endParaRPr lang="nb-NO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Introduction to A.I - Umair M.I</a:t>
            </a:r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1DFAA-887F-4071-8EAD-E8CA316FCF06}" type="slidenum">
              <a:rPr lang="nb-NO" smtClean="0"/>
              <a:t>‹#›</a:t>
            </a:fld>
            <a:endParaRPr lang="nb-NO"/>
          </a:p>
        </p:txBody>
      </p:sp>
      <p:sp>
        <p:nvSpPr>
          <p:cNvPr id="7" name="Plassholder for tekst 6">
            <a:extLst>
              <a:ext uri="{FF2B5EF4-FFF2-40B4-BE49-F238E27FC236}">
                <a16:creationId xmlns:a16="http://schemas.microsoft.com/office/drawing/2014/main" id="{193CDAAF-0A1D-4E30-BDF4-5F1522786F9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72122" y="3492436"/>
            <a:ext cx="4770596" cy="4680585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lassholder for tekst 6">
            <a:extLst>
              <a:ext uri="{FF2B5EF4-FFF2-40B4-BE49-F238E27FC236}">
                <a16:creationId xmlns:a16="http://schemas.microsoft.com/office/drawing/2014/main" id="{3633B4FE-1A74-4469-A955-AEC7C7511EF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575448" y="3492436"/>
            <a:ext cx="4770596" cy="4680585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lassholder for tekst 6">
            <a:extLst>
              <a:ext uri="{FF2B5EF4-FFF2-40B4-BE49-F238E27FC236}">
                <a16:creationId xmlns:a16="http://schemas.microsoft.com/office/drawing/2014/main" id="{2B647C84-5C6A-4934-AF8B-33EB10411F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28778" y="3492436"/>
            <a:ext cx="4770596" cy="4680585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409378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x tekstbokser og 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ssholder for bilde 2">
            <a:extLst>
              <a:ext uri="{FF2B5EF4-FFF2-40B4-BE49-F238E27FC236}">
                <a16:creationId xmlns:a16="http://schemas.microsoft.com/office/drawing/2014/main" id="{B69D269D-CF15-4DD4-9F8A-A45648ABC15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1296269" y="-1"/>
            <a:ext cx="6048756" cy="975722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1800000" rIns="0" bIns="0"/>
          <a:lstStyle>
            <a:lvl1pPr marL="0" indent="0" algn="ctr">
              <a:buNone/>
              <a:defRPr sz="3000">
                <a:solidFill>
                  <a:schemeClr val="l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972121" y="2374096"/>
            <a:ext cx="10027253" cy="664797"/>
          </a:xfrm>
        </p:spPr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61C00-EFE0-DA4D-A901-8081BF0530A8}" type="datetime1">
              <a:rPr lang="nb-NO" smtClean="0"/>
              <a:t>18.08.2026</a:t>
            </a:fld>
            <a:endParaRPr lang="nb-NO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Introduction to A.I - Umair M.I</a:t>
            </a:r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1DFAA-887F-4071-8EAD-E8CA316FCF06}" type="slidenum">
              <a:rPr lang="nb-NO" smtClean="0"/>
              <a:t>‹#›</a:t>
            </a:fld>
            <a:endParaRPr lang="nb-NO"/>
          </a:p>
        </p:txBody>
      </p:sp>
      <p:sp>
        <p:nvSpPr>
          <p:cNvPr id="7" name="Plassholder for tekst 6">
            <a:extLst>
              <a:ext uri="{FF2B5EF4-FFF2-40B4-BE49-F238E27FC236}">
                <a16:creationId xmlns:a16="http://schemas.microsoft.com/office/drawing/2014/main" id="{193CDAAF-0A1D-4E30-BDF4-5F1522786F9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72122" y="3492436"/>
            <a:ext cx="4770596" cy="4680585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lassholder for tekst 6">
            <a:extLst>
              <a:ext uri="{FF2B5EF4-FFF2-40B4-BE49-F238E27FC236}">
                <a16:creationId xmlns:a16="http://schemas.microsoft.com/office/drawing/2014/main" id="{2B647C84-5C6A-4934-AF8B-33EB10411F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28778" y="3492436"/>
            <a:ext cx="4770596" cy="4680585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672979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, tekst og 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ssholder for bilde 2">
            <a:extLst>
              <a:ext uri="{FF2B5EF4-FFF2-40B4-BE49-F238E27FC236}">
                <a16:creationId xmlns:a16="http://schemas.microsoft.com/office/drawing/2014/main" id="{BBBCD936-BFAE-449A-8A24-0073D81BA78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1296269" y="-1"/>
            <a:ext cx="6048756" cy="975722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1800000" rIns="0" bIns="0"/>
          <a:lstStyle>
            <a:lvl1pPr marL="0" indent="0" algn="ctr">
              <a:buNone/>
              <a:defRPr sz="3000">
                <a:solidFill>
                  <a:schemeClr val="l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972122" y="2374096"/>
            <a:ext cx="10027254" cy="664797"/>
          </a:xfrm>
        </p:spPr>
        <p:txBody>
          <a:bodyPr>
            <a:norm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C2A63-6BBE-E34D-89E1-499FE3704E2E}" type="datetime1">
              <a:rPr lang="nb-NO" smtClean="0"/>
              <a:t>18.08.2026</a:t>
            </a:fld>
            <a:endParaRPr lang="nb-NO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Introduction to A.I - Umair M.I</a:t>
            </a:r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1DFAA-887F-4071-8EAD-E8CA316FCF06}" type="slidenum">
              <a:rPr lang="nb-NO" smtClean="0"/>
              <a:t>‹#›</a:t>
            </a:fld>
            <a:endParaRPr lang="nb-NO"/>
          </a:p>
        </p:txBody>
      </p:sp>
      <p:sp>
        <p:nvSpPr>
          <p:cNvPr id="7" name="Plassholder for tekst 6">
            <a:extLst>
              <a:ext uri="{FF2B5EF4-FFF2-40B4-BE49-F238E27FC236}">
                <a16:creationId xmlns:a16="http://schemas.microsoft.com/office/drawing/2014/main" id="{193CDAAF-0A1D-4E30-BDF4-5F1522786F9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72121" y="3492436"/>
            <a:ext cx="10027254" cy="4680585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625090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, tekst og stort 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ssholder for bilde 2">
            <a:extLst>
              <a:ext uri="{FF2B5EF4-FFF2-40B4-BE49-F238E27FC236}">
                <a16:creationId xmlns:a16="http://schemas.microsoft.com/office/drawing/2014/main" id="{B69D269D-CF15-4DD4-9F8A-A45648ABC15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57614" y="0"/>
            <a:ext cx="11287411" cy="975722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1800000" rIns="0" bIns="0" anchor="t" anchorCtr="1">
            <a:normAutofit/>
          </a:bodyPr>
          <a:lstStyle>
            <a:lvl1pPr marL="0" indent="0" algn="ctr">
              <a:buNone/>
              <a:defRPr sz="3000">
                <a:solidFill>
                  <a:schemeClr val="l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972122" y="1709298"/>
            <a:ext cx="4860608" cy="132959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ED39D-2C46-BC47-BC1C-7FBE27DEFBB4}" type="datetime1">
              <a:rPr lang="nb-NO" smtClean="0"/>
              <a:t>18.08.2026</a:t>
            </a:fld>
            <a:endParaRPr lang="nb-NO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nb-NO"/>
              <a:t>Introduction to A.I - Umair M.I</a:t>
            </a:r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5751DFAA-887F-4071-8EAD-E8CA316FCF06}" type="slidenum">
              <a:rPr lang="nb-NO" smtClean="0"/>
              <a:pPr/>
              <a:t>‹#›</a:t>
            </a:fld>
            <a:endParaRPr lang="nb-NO"/>
          </a:p>
        </p:txBody>
      </p:sp>
      <p:sp>
        <p:nvSpPr>
          <p:cNvPr id="7" name="Plassholder for tekst 6">
            <a:extLst>
              <a:ext uri="{FF2B5EF4-FFF2-40B4-BE49-F238E27FC236}">
                <a16:creationId xmlns:a16="http://schemas.microsoft.com/office/drawing/2014/main" id="{193CDAAF-0A1D-4E30-BDF4-5F1522786F9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72121" y="3492436"/>
            <a:ext cx="4860608" cy="4680585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926396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elsides 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ssholder for bilde 2">
            <a:extLst>
              <a:ext uri="{FF2B5EF4-FFF2-40B4-BE49-F238E27FC236}">
                <a16:creationId xmlns:a16="http://schemas.microsoft.com/office/drawing/2014/main" id="{7E55B23D-A101-4B76-A4BE-631E88A6A75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7345025" cy="975722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1800000" rIns="0" bIns="0">
            <a:normAutofit/>
          </a:bodyPr>
          <a:lstStyle>
            <a:lvl1pPr marL="0" indent="0" algn="ctr">
              <a:buNone/>
              <a:defRPr sz="3000">
                <a:solidFill>
                  <a:schemeClr val="l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Plassholder for dato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B8E6FB85-A9F1-F34E-A3AF-024C8B4A3C90}" type="datetime1">
              <a:rPr lang="nb-NO" smtClean="0"/>
              <a:t>18.08.2026</a:t>
            </a:fld>
            <a:endParaRPr lang="nb-NO"/>
          </a:p>
        </p:txBody>
      </p:sp>
      <p:sp>
        <p:nvSpPr>
          <p:cNvPr id="3" name="Plassholder for bunn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nb-NO"/>
              <a:t>Introduction to A.I - Umair M.I</a:t>
            </a:r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5751DFAA-887F-4071-8EAD-E8CA316FCF06}" type="slidenum">
              <a:rPr lang="nb-NO" smtClean="0"/>
              <a:pPr/>
              <a:t>‹#›</a:t>
            </a:fld>
            <a:endParaRPr lang="nb-NO"/>
          </a:p>
        </p:txBody>
      </p:sp>
      <p:sp>
        <p:nvSpPr>
          <p:cNvPr id="11" name="Plassholder for tekst 10">
            <a:extLst>
              <a:ext uri="{FF2B5EF4-FFF2-40B4-BE49-F238E27FC236}">
                <a16:creationId xmlns:a16="http://schemas.microsoft.com/office/drawing/2014/main" id="{10E39287-A8EF-4C34-A1FC-3948F2552699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972122" y="972122"/>
            <a:ext cx="1004318" cy="595885"/>
          </a:xfrm>
          <a:blipFill>
            <a:blip r:embed="rId3"/>
            <a:stretch>
              <a:fillRect/>
            </a:stretch>
          </a:blipFill>
        </p:spPr>
        <p:txBody>
          <a:bodyPr>
            <a:noAutofit/>
          </a:bodyPr>
          <a:lstStyle>
            <a:lvl1pPr>
              <a:defRPr sz="100">
                <a:solidFill>
                  <a:srgbClr val="000000"/>
                </a:solidFill>
              </a:defRPr>
            </a:lvl1pPr>
            <a:lvl2pPr>
              <a:defRPr sz="100">
                <a:solidFill>
                  <a:srgbClr val="000000"/>
                </a:solidFill>
              </a:defRPr>
            </a:lvl2pPr>
            <a:lvl3pPr>
              <a:defRPr sz="100">
                <a:solidFill>
                  <a:srgbClr val="000000"/>
                </a:solidFill>
              </a:defRPr>
            </a:lvl3pPr>
            <a:lvl4pPr>
              <a:defRPr sz="100">
                <a:solidFill>
                  <a:srgbClr val="000000"/>
                </a:solidFill>
              </a:defRPr>
            </a:lvl4pPr>
            <a:lvl5pPr>
              <a:defRPr sz="100">
                <a:solidFill>
                  <a:srgbClr val="000000"/>
                </a:solidFill>
              </a:defRPr>
            </a:lvl5pPr>
          </a:lstStyle>
          <a:p>
            <a:pPr lvl="0"/>
            <a:r>
              <a:rPr lang="nb-NO"/>
              <a:t> </a:t>
            </a:r>
            <a:endParaRPr lang="en-US"/>
          </a:p>
        </p:txBody>
      </p:sp>
      <p:sp>
        <p:nvSpPr>
          <p:cNvPr id="12" name="Plassholder for tekst 11">
            <a:extLst>
              <a:ext uri="{FF2B5EF4-FFF2-40B4-BE49-F238E27FC236}">
                <a16:creationId xmlns:a16="http://schemas.microsoft.com/office/drawing/2014/main" id="{10B431D3-7494-4FBC-B3D0-A66DB1B545B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72123" y="8774297"/>
            <a:ext cx="2313437" cy="272797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>
            <a:lvl1pPr>
              <a:defRPr sz="100">
                <a:solidFill>
                  <a:srgbClr val="000000"/>
                </a:solidFill>
              </a:defRPr>
            </a:lvl1pPr>
            <a:lvl2pPr>
              <a:defRPr sz="100">
                <a:solidFill>
                  <a:srgbClr val="000000"/>
                </a:solidFill>
              </a:defRPr>
            </a:lvl2pPr>
            <a:lvl3pPr>
              <a:defRPr sz="100">
                <a:solidFill>
                  <a:srgbClr val="000000"/>
                </a:solidFill>
              </a:defRPr>
            </a:lvl3pPr>
            <a:lvl4pPr>
              <a:defRPr sz="100">
                <a:solidFill>
                  <a:srgbClr val="000000"/>
                </a:solidFill>
              </a:defRPr>
            </a:lvl4pPr>
            <a:lvl5pPr>
              <a:defRPr sz="100">
                <a:solidFill>
                  <a:srgbClr val="000000"/>
                </a:solidFill>
              </a:defRPr>
            </a:lvl5pPr>
          </a:lstStyle>
          <a:p>
            <a:pPr lvl="0"/>
            <a:r>
              <a:rPr lang="nb-NO"/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2797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tats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 hasCustomPrompt="1"/>
          </p:nvPr>
        </p:nvSpPr>
        <p:spPr>
          <a:xfrm>
            <a:off x="972122" y="4517203"/>
            <a:ext cx="15373922" cy="3240887"/>
          </a:xfrm>
        </p:spPr>
        <p:txBody>
          <a:bodyPr anchor="b">
            <a:normAutofit/>
          </a:bodyPr>
          <a:lstStyle>
            <a:lvl1pPr>
              <a:defRPr sz="7800" cap="all" baseline="0"/>
            </a:lvl1pPr>
          </a:lstStyle>
          <a:p>
            <a:r>
              <a:rPr lang="nb-NO"/>
              <a:t>Klikk for å legge til sitat</a:t>
            </a:r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5AE83-A1EC-0447-9BCC-8AD153762461}" type="datetime1">
              <a:rPr lang="nb-NO" smtClean="0"/>
              <a:t>18.08.2026</a:t>
            </a:fld>
            <a:endParaRPr lang="nb-NO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Introduction to A.I - Umair M.I</a:t>
            </a:r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1DFAA-887F-4071-8EAD-E8CA316FCF06}" type="slidenum">
              <a:rPr lang="nb-NO" smtClean="0"/>
              <a:t>‹#›</a:t>
            </a:fld>
            <a:endParaRPr lang="nb-NO"/>
          </a:p>
        </p:txBody>
      </p:sp>
      <p:sp>
        <p:nvSpPr>
          <p:cNvPr id="7" name="Plassholder for tekst 7">
            <a:extLst>
              <a:ext uri="{FF2B5EF4-FFF2-40B4-BE49-F238E27FC236}">
                <a16:creationId xmlns:a16="http://schemas.microsoft.com/office/drawing/2014/main" id="{A523B242-05F3-4E7B-8EDE-994BA2F083D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72122" y="7956995"/>
            <a:ext cx="15373922" cy="276999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/>
            </a:lvl1pPr>
          </a:lstStyle>
          <a:p>
            <a:pPr lvl="0"/>
            <a:r>
              <a:rPr lang="en-US" err="1"/>
              <a:t>Sitert</a:t>
            </a:r>
            <a:r>
              <a:rPr lang="en-US"/>
              <a:t> </a:t>
            </a:r>
            <a:r>
              <a:rPr lang="en-US" err="1"/>
              <a:t>Kilde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7102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itatside /m bildebakgrun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ssholder for bilde 2">
            <a:extLst>
              <a:ext uri="{FF2B5EF4-FFF2-40B4-BE49-F238E27FC236}">
                <a16:creationId xmlns:a16="http://schemas.microsoft.com/office/drawing/2014/main" id="{CCCE99AD-0406-40AA-BCE7-C39ABF192C2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7345025" cy="975722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1800000" rIns="0" bIns="0">
            <a:normAutofit/>
          </a:bodyPr>
          <a:lstStyle>
            <a:lvl1pPr marL="0" indent="0" algn="ctr">
              <a:buNone/>
              <a:defRPr sz="3000">
                <a:solidFill>
                  <a:schemeClr val="l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tel 1"/>
          <p:cNvSpPr>
            <a:spLocks noGrp="1"/>
          </p:cNvSpPr>
          <p:nvPr>
            <p:ph type="title" hasCustomPrompt="1"/>
          </p:nvPr>
        </p:nvSpPr>
        <p:spPr>
          <a:xfrm>
            <a:off x="972122" y="5597499"/>
            <a:ext cx="15373922" cy="2160591"/>
          </a:xfrm>
        </p:spPr>
        <p:txBody>
          <a:bodyPr anchor="b">
            <a:normAutofit/>
          </a:bodyPr>
          <a:lstStyle>
            <a:lvl1pPr>
              <a:defRPr sz="7800" cap="all" baseline="0">
                <a:solidFill>
                  <a:schemeClr val="accent1"/>
                </a:solidFill>
              </a:defRPr>
            </a:lvl1pPr>
          </a:lstStyle>
          <a:p>
            <a:r>
              <a:rPr lang="nb-NO"/>
              <a:t>Klikk for å legge til sitat</a:t>
            </a:r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DF99E1FF-0333-9143-86D0-C48E337F4E76}" type="datetime1">
              <a:rPr lang="nb-NO" smtClean="0"/>
              <a:t>18.08.2026</a:t>
            </a:fld>
            <a:endParaRPr lang="nb-NO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nb-NO"/>
              <a:t>Introduction to A.I - Umair M.I</a:t>
            </a:r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5751DFAA-887F-4071-8EAD-E8CA316FCF06}" type="slidenum">
              <a:rPr lang="nb-NO" smtClean="0"/>
              <a:pPr/>
              <a:t>‹#›</a:t>
            </a:fld>
            <a:endParaRPr lang="nb-NO"/>
          </a:p>
        </p:txBody>
      </p:sp>
      <p:sp>
        <p:nvSpPr>
          <p:cNvPr id="7" name="Plassholder for tekst 7">
            <a:extLst>
              <a:ext uri="{FF2B5EF4-FFF2-40B4-BE49-F238E27FC236}">
                <a16:creationId xmlns:a16="http://schemas.microsoft.com/office/drawing/2014/main" id="{A523B242-05F3-4E7B-8EDE-994BA2F083D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72122" y="7956995"/>
            <a:ext cx="15373922" cy="276999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err="1"/>
              <a:t>Sitert</a:t>
            </a:r>
            <a:r>
              <a:rPr lang="en-US"/>
              <a:t> </a:t>
            </a:r>
            <a:r>
              <a:rPr lang="en-US" err="1"/>
              <a:t>Kilde</a:t>
            </a:r>
            <a:endParaRPr lang="en-US"/>
          </a:p>
        </p:txBody>
      </p:sp>
      <p:sp>
        <p:nvSpPr>
          <p:cNvPr id="11" name="Plassholder for tekst 10">
            <a:extLst>
              <a:ext uri="{FF2B5EF4-FFF2-40B4-BE49-F238E27FC236}">
                <a16:creationId xmlns:a16="http://schemas.microsoft.com/office/drawing/2014/main" id="{A4AE70EA-EB2B-4642-8AB7-DC90C3F6A3D9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972122" y="972122"/>
            <a:ext cx="1004318" cy="595885"/>
          </a:xfrm>
          <a:blipFill>
            <a:blip r:embed="rId3"/>
            <a:stretch>
              <a:fillRect/>
            </a:stretch>
          </a:blipFill>
        </p:spPr>
        <p:txBody>
          <a:bodyPr>
            <a:noAutofit/>
          </a:bodyPr>
          <a:lstStyle>
            <a:lvl1pPr>
              <a:defRPr sz="100">
                <a:solidFill>
                  <a:srgbClr val="000000"/>
                </a:solidFill>
              </a:defRPr>
            </a:lvl1pPr>
            <a:lvl2pPr>
              <a:defRPr sz="100">
                <a:solidFill>
                  <a:srgbClr val="000000"/>
                </a:solidFill>
              </a:defRPr>
            </a:lvl2pPr>
            <a:lvl3pPr>
              <a:defRPr sz="100">
                <a:solidFill>
                  <a:srgbClr val="000000"/>
                </a:solidFill>
              </a:defRPr>
            </a:lvl3pPr>
            <a:lvl4pPr>
              <a:defRPr sz="100">
                <a:solidFill>
                  <a:srgbClr val="000000"/>
                </a:solidFill>
              </a:defRPr>
            </a:lvl4pPr>
            <a:lvl5pPr>
              <a:defRPr sz="100">
                <a:solidFill>
                  <a:srgbClr val="000000"/>
                </a:solidFill>
              </a:defRPr>
            </a:lvl5pPr>
          </a:lstStyle>
          <a:p>
            <a:pPr lvl="0"/>
            <a:r>
              <a:rPr lang="nb-NO"/>
              <a:t> </a:t>
            </a:r>
            <a:endParaRPr lang="en-US"/>
          </a:p>
        </p:txBody>
      </p:sp>
      <p:sp>
        <p:nvSpPr>
          <p:cNvPr id="12" name="Plassholder for tekst 11">
            <a:extLst>
              <a:ext uri="{FF2B5EF4-FFF2-40B4-BE49-F238E27FC236}">
                <a16:creationId xmlns:a16="http://schemas.microsoft.com/office/drawing/2014/main" id="{52CA5463-497B-4D4A-821F-C1642E29C5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72123" y="8774297"/>
            <a:ext cx="2313437" cy="272797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>
            <a:lvl1pPr>
              <a:defRPr sz="100">
                <a:solidFill>
                  <a:srgbClr val="000000"/>
                </a:solidFill>
              </a:defRPr>
            </a:lvl1pPr>
            <a:lvl2pPr>
              <a:defRPr sz="100">
                <a:solidFill>
                  <a:srgbClr val="000000"/>
                </a:solidFill>
              </a:defRPr>
            </a:lvl2pPr>
            <a:lvl3pPr>
              <a:defRPr sz="100">
                <a:solidFill>
                  <a:srgbClr val="000000"/>
                </a:solidFill>
              </a:defRPr>
            </a:lvl3pPr>
            <a:lvl4pPr>
              <a:defRPr sz="100">
                <a:solidFill>
                  <a:srgbClr val="000000"/>
                </a:solidFill>
              </a:defRPr>
            </a:lvl4pPr>
            <a:lvl5pPr>
              <a:defRPr sz="100">
                <a:solidFill>
                  <a:srgbClr val="000000"/>
                </a:solidFill>
              </a:defRPr>
            </a:lvl5pPr>
          </a:lstStyle>
          <a:p>
            <a:pPr lvl="0"/>
            <a:r>
              <a:rPr lang="nb-NO"/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70339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Plassholder for innhold 2"/>
          <p:cNvSpPr>
            <a:spLocks noGrp="1"/>
          </p:cNvSpPr>
          <p:nvPr>
            <p:ph sz="half" idx="1"/>
          </p:nvPr>
        </p:nvSpPr>
        <p:spPr>
          <a:xfrm>
            <a:off x="972122" y="3492436"/>
            <a:ext cx="7380922" cy="468058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Plassholder for innhold 3"/>
          <p:cNvSpPr>
            <a:spLocks noGrp="1"/>
          </p:cNvSpPr>
          <p:nvPr>
            <p:ph sz="half" idx="2"/>
          </p:nvPr>
        </p:nvSpPr>
        <p:spPr>
          <a:xfrm>
            <a:off x="8965122" y="3492436"/>
            <a:ext cx="7380922" cy="468058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5" name="Plassholder for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61AA1-9CAA-9C44-8967-48285DF6EEA1}" type="datetime1">
              <a:rPr lang="nb-NO" smtClean="0"/>
              <a:t>18.08.2026</a:t>
            </a:fld>
            <a:endParaRPr lang="nb-NO"/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Introduction to A.I - Umair M.I</a:t>
            </a:r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1DFAA-887F-4071-8EAD-E8CA316FCF06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21327449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ssholder for tekst 2"/>
          <p:cNvSpPr>
            <a:spLocks noGrp="1"/>
          </p:cNvSpPr>
          <p:nvPr>
            <p:ph type="body" idx="1"/>
          </p:nvPr>
        </p:nvSpPr>
        <p:spPr>
          <a:xfrm>
            <a:off x="972122" y="3492436"/>
            <a:ext cx="7380922" cy="461665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3000" b="1"/>
            </a:lvl1pPr>
            <a:lvl2pPr marL="650138" indent="0">
              <a:buNone/>
              <a:defRPr sz="2844" b="1"/>
            </a:lvl2pPr>
            <a:lvl3pPr marL="1300277" indent="0">
              <a:buNone/>
              <a:defRPr sz="2560" b="1"/>
            </a:lvl3pPr>
            <a:lvl4pPr marL="1950415" indent="0">
              <a:buNone/>
              <a:defRPr sz="2275" b="1"/>
            </a:lvl4pPr>
            <a:lvl5pPr marL="2600554" indent="0">
              <a:buNone/>
              <a:defRPr sz="2275" b="1"/>
            </a:lvl5pPr>
            <a:lvl6pPr marL="3250692" indent="0">
              <a:buNone/>
              <a:defRPr sz="2275" b="1"/>
            </a:lvl6pPr>
            <a:lvl7pPr marL="3900830" indent="0">
              <a:buNone/>
              <a:defRPr sz="2275" b="1"/>
            </a:lvl7pPr>
            <a:lvl8pPr marL="4550969" indent="0">
              <a:buNone/>
              <a:defRPr sz="2275" b="1"/>
            </a:lvl8pPr>
            <a:lvl9pPr marL="5201107" indent="0">
              <a:buNone/>
              <a:defRPr sz="2275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Plassholder for innhold 3"/>
          <p:cNvSpPr>
            <a:spLocks noGrp="1"/>
          </p:cNvSpPr>
          <p:nvPr>
            <p:ph sz="half" idx="2"/>
          </p:nvPr>
        </p:nvSpPr>
        <p:spPr>
          <a:xfrm>
            <a:off x="972122" y="3954101"/>
            <a:ext cx="7380922" cy="421892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5" name="Plassholder for tekst 4"/>
          <p:cNvSpPr>
            <a:spLocks noGrp="1"/>
          </p:cNvSpPr>
          <p:nvPr>
            <p:ph type="body" sz="quarter" idx="3"/>
          </p:nvPr>
        </p:nvSpPr>
        <p:spPr>
          <a:xfrm>
            <a:off x="8965122" y="3492436"/>
            <a:ext cx="7380922" cy="461665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3000" b="1"/>
            </a:lvl1pPr>
            <a:lvl2pPr marL="650138" indent="0">
              <a:buNone/>
              <a:defRPr sz="2844" b="1"/>
            </a:lvl2pPr>
            <a:lvl3pPr marL="1300277" indent="0">
              <a:buNone/>
              <a:defRPr sz="2560" b="1"/>
            </a:lvl3pPr>
            <a:lvl4pPr marL="1950415" indent="0">
              <a:buNone/>
              <a:defRPr sz="2275" b="1"/>
            </a:lvl4pPr>
            <a:lvl5pPr marL="2600554" indent="0">
              <a:buNone/>
              <a:defRPr sz="2275" b="1"/>
            </a:lvl5pPr>
            <a:lvl6pPr marL="3250692" indent="0">
              <a:buNone/>
              <a:defRPr sz="2275" b="1"/>
            </a:lvl6pPr>
            <a:lvl7pPr marL="3900830" indent="0">
              <a:buNone/>
              <a:defRPr sz="2275" b="1"/>
            </a:lvl7pPr>
            <a:lvl8pPr marL="4550969" indent="0">
              <a:buNone/>
              <a:defRPr sz="2275" b="1"/>
            </a:lvl8pPr>
            <a:lvl9pPr marL="5201107" indent="0">
              <a:buNone/>
              <a:defRPr sz="2275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Plassholder for innhold 5"/>
          <p:cNvSpPr>
            <a:spLocks noGrp="1"/>
          </p:cNvSpPr>
          <p:nvPr>
            <p:ph sz="quarter" idx="4"/>
          </p:nvPr>
        </p:nvSpPr>
        <p:spPr>
          <a:xfrm>
            <a:off x="8965122" y="3954101"/>
            <a:ext cx="7380922" cy="421892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7" name="Plassholder for dato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DE300-15C3-864E-8B70-FD0EFB2B32ED}" type="datetime1">
              <a:rPr lang="nb-NO" smtClean="0"/>
              <a:t>18.08.2026</a:t>
            </a:fld>
            <a:endParaRPr lang="nb-NO"/>
          </a:p>
        </p:txBody>
      </p:sp>
      <p:sp>
        <p:nvSpPr>
          <p:cNvPr id="8" name="Plassholder for bunnteks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Introduction to A.I - Umair M.I</a:t>
            </a:r>
          </a:p>
        </p:txBody>
      </p:sp>
      <p:sp>
        <p:nvSpPr>
          <p:cNvPr id="9" name="Plassholder for lysbilde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1DFAA-887F-4071-8EAD-E8CA316FCF06}" type="slidenum">
              <a:rPr lang="nb-NO" smtClean="0"/>
              <a:t>‹#›</a:t>
            </a:fld>
            <a:endParaRPr lang="nb-NO"/>
          </a:p>
        </p:txBody>
      </p:sp>
      <p:sp>
        <p:nvSpPr>
          <p:cNvPr id="10" name="Tittel 9">
            <a:extLst>
              <a:ext uri="{FF2B5EF4-FFF2-40B4-BE49-F238E27FC236}">
                <a16:creationId xmlns:a16="http://schemas.microsoft.com/office/drawing/2014/main" id="{2DA985E1-7DD2-458A-A77D-21904FB81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8466329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Plassholder for dato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A4C13-E02D-094A-A01F-5E81A9C48AA1}" type="datetime1">
              <a:rPr lang="nb-NO" smtClean="0"/>
              <a:t>18.08.2026</a:t>
            </a:fld>
            <a:endParaRPr lang="nb-NO"/>
          </a:p>
        </p:txBody>
      </p:sp>
      <p:sp>
        <p:nvSpPr>
          <p:cNvPr id="4" name="Plassholder for bunn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Introduction to A.I - Umair M.I</a:t>
            </a:r>
          </a:p>
        </p:txBody>
      </p:sp>
      <p:sp>
        <p:nvSpPr>
          <p:cNvPr id="5" name="Plassholder for lysbilde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1DFAA-887F-4071-8EAD-E8CA316FCF06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0980477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dato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B400F-4224-6149-A03A-94907E8E56D8}" type="datetime1">
              <a:rPr lang="nb-NO" smtClean="0"/>
              <a:t>18.08.2026</a:t>
            </a:fld>
            <a:endParaRPr lang="nb-NO"/>
          </a:p>
        </p:txBody>
      </p:sp>
      <p:sp>
        <p:nvSpPr>
          <p:cNvPr id="3" name="Plassholder for bunn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Introduction to A.I - Umair M.I</a:t>
            </a:r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1DFAA-887F-4071-8EAD-E8CA316FCF06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94384003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rs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ctrTitle"/>
          </p:nvPr>
        </p:nvSpPr>
        <p:spPr>
          <a:xfrm>
            <a:off x="972122" y="2963894"/>
            <a:ext cx="13008769" cy="2160591"/>
          </a:xfrm>
        </p:spPr>
        <p:txBody>
          <a:bodyPr anchor="b">
            <a:normAutofit/>
          </a:bodyPr>
          <a:lstStyle>
            <a:lvl1pPr algn="l">
              <a:defRPr sz="78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Undertittel 2"/>
          <p:cNvSpPr>
            <a:spLocks noGrp="1"/>
          </p:cNvSpPr>
          <p:nvPr>
            <p:ph type="subTitle" idx="1"/>
          </p:nvPr>
        </p:nvSpPr>
        <p:spPr>
          <a:xfrm>
            <a:off x="972122" y="5489579"/>
            <a:ext cx="13008769" cy="923330"/>
          </a:xfrm>
        </p:spPr>
        <p:txBody>
          <a:bodyPr>
            <a:normAutofit/>
          </a:bodyPr>
          <a:lstStyle>
            <a:lvl1pPr marL="0" indent="0" algn="l">
              <a:spcAft>
                <a:spcPts val="0"/>
              </a:spcAft>
              <a:buNone/>
              <a:defRPr sz="3000"/>
            </a:lvl1pPr>
            <a:lvl2pPr marL="650138" indent="0" algn="ctr">
              <a:buNone/>
              <a:defRPr sz="2844"/>
            </a:lvl2pPr>
            <a:lvl3pPr marL="1300277" indent="0" algn="ctr">
              <a:buNone/>
              <a:defRPr sz="2560"/>
            </a:lvl3pPr>
            <a:lvl4pPr marL="1950415" indent="0" algn="ctr">
              <a:buNone/>
              <a:defRPr sz="2275"/>
            </a:lvl4pPr>
            <a:lvl5pPr marL="2600554" indent="0" algn="ctr">
              <a:buNone/>
              <a:defRPr sz="2275"/>
            </a:lvl5pPr>
            <a:lvl6pPr marL="3250692" indent="0" algn="ctr">
              <a:buNone/>
              <a:defRPr sz="2275"/>
            </a:lvl6pPr>
            <a:lvl7pPr marL="3900830" indent="0" algn="ctr">
              <a:buNone/>
              <a:defRPr sz="2275"/>
            </a:lvl7pPr>
            <a:lvl8pPr marL="4550969" indent="0" algn="ctr">
              <a:buNone/>
              <a:defRPr sz="2275"/>
            </a:lvl8pPr>
            <a:lvl9pPr marL="5201107" indent="0" algn="ctr">
              <a:buNone/>
              <a:defRPr sz="2275"/>
            </a:lvl9pPr>
          </a:lstStyle>
          <a:p>
            <a:r>
              <a:rPr lang="en-US"/>
              <a:t>Click to edit Master subtitle style</a:t>
            </a:r>
            <a:endParaRPr lang="nb-NO"/>
          </a:p>
        </p:txBody>
      </p:sp>
      <p:pic>
        <p:nvPicPr>
          <p:cNvPr id="10" name="Bilde 9">
            <a:extLst>
              <a:ext uri="{FF2B5EF4-FFF2-40B4-BE49-F238E27FC236}">
                <a16:creationId xmlns:a16="http://schemas.microsoft.com/office/drawing/2014/main" id="{B2BFC532-BB49-4A9B-828F-DA07981B29A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122" y="8774297"/>
            <a:ext cx="2313437" cy="272797"/>
          </a:xfrm>
          <a:prstGeom prst="rect">
            <a:avLst/>
          </a:prstGeom>
        </p:spPr>
      </p:pic>
      <p:pic>
        <p:nvPicPr>
          <p:cNvPr id="11" name="Bilde 10">
            <a:extLst>
              <a:ext uri="{FF2B5EF4-FFF2-40B4-BE49-F238E27FC236}">
                <a16:creationId xmlns:a16="http://schemas.microsoft.com/office/drawing/2014/main" id="{53C72BA8-5206-40C2-9736-7FFE631FB8C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122" y="972122"/>
            <a:ext cx="1002794" cy="592837"/>
          </a:xfrm>
          <a:prstGeom prst="rect">
            <a:avLst/>
          </a:prstGeom>
        </p:spPr>
      </p:pic>
      <p:sp>
        <p:nvSpPr>
          <p:cNvPr id="13" name="Plassholder for tekst 12">
            <a:extLst>
              <a:ext uri="{FF2B5EF4-FFF2-40B4-BE49-F238E27FC236}">
                <a16:creationId xmlns:a16="http://schemas.microsoft.com/office/drawing/2014/main" id="{13C1365D-4C78-47E2-BB00-E802460A26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71550" y="7258051"/>
            <a:ext cx="4680585" cy="276999"/>
          </a:xfrm>
        </p:spPr>
        <p:txBody>
          <a:bodyPr>
            <a:normAutofit/>
          </a:bodyPr>
          <a:lstStyle>
            <a:lvl1pPr marL="0" indent="0">
              <a:spcAft>
                <a:spcPts val="0"/>
              </a:spcAft>
              <a:buNone/>
              <a:defRPr sz="1800" b="1"/>
            </a:lvl1pPr>
          </a:lstStyle>
          <a:p>
            <a:pPr lvl="0"/>
            <a:r>
              <a:rPr lang="nb-NO" noProof="0"/>
              <a:t>Navn Navnesen</a:t>
            </a:r>
          </a:p>
        </p:txBody>
      </p:sp>
      <p:sp>
        <p:nvSpPr>
          <p:cNvPr id="14" name="Plassholder for tekst 12">
            <a:extLst>
              <a:ext uri="{FF2B5EF4-FFF2-40B4-BE49-F238E27FC236}">
                <a16:creationId xmlns:a16="http://schemas.microsoft.com/office/drawing/2014/main" id="{7FB3BA08-9F02-4876-8848-E113017893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10776" y="7258051"/>
            <a:ext cx="1323500" cy="276999"/>
          </a:xfrm>
        </p:spPr>
        <p:txBody>
          <a:bodyPr>
            <a:normAutofit/>
          </a:bodyPr>
          <a:lstStyle>
            <a:lvl1pPr marL="0" indent="0">
              <a:spcAft>
                <a:spcPts val="0"/>
              </a:spcAft>
              <a:buNone/>
              <a:defRPr sz="1800" b="1"/>
            </a:lvl1pPr>
          </a:lstStyle>
          <a:p>
            <a:pPr lvl="0"/>
            <a:r>
              <a:rPr lang="nb-NO" noProof="0"/>
              <a:t>dd.mm.yy</a:t>
            </a:r>
          </a:p>
        </p:txBody>
      </p:sp>
      <p:sp>
        <p:nvSpPr>
          <p:cNvPr id="18" name="Plassholder for dato 17">
            <a:extLst>
              <a:ext uri="{FF2B5EF4-FFF2-40B4-BE49-F238E27FC236}">
                <a16:creationId xmlns:a16="http://schemas.microsoft.com/office/drawing/2014/main" id="{652BDE14-9BEA-4244-91C2-4A615BE70EB5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2F66F3E-E7D8-1C40-ACD3-802D967B9B27}" type="datetime1">
              <a:rPr lang="nb-NO" smtClean="0"/>
              <a:t>18.08.2026</a:t>
            </a:fld>
            <a:endParaRPr lang="nb-NO"/>
          </a:p>
        </p:txBody>
      </p:sp>
      <p:sp>
        <p:nvSpPr>
          <p:cNvPr id="19" name="Plassholder for bunntekst 18">
            <a:extLst>
              <a:ext uri="{FF2B5EF4-FFF2-40B4-BE49-F238E27FC236}">
                <a16:creationId xmlns:a16="http://schemas.microsoft.com/office/drawing/2014/main" id="{F7311688-F88F-4C95-8A41-E0D915FCA86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972122" y="7668958"/>
            <a:ext cx="4680585" cy="554469"/>
          </a:xfrm>
        </p:spPr>
        <p:txBody>
          <a:bodyPr anchor="t">
            <a:normAutofit/>
          </a:bodyPr>
          <a:lstStyle>
            <a:lvl1pPr>
              <a:defRPr sz="1800"/>
            </a:lvl1pPr>
          </a:lstStyle>
          <a:p>
            <a:r>
              <a:rPr lang="nb-NO"/>
              <a:t>Introduction to A.I - Umair M.I</a:t>
            </a:r>
          </a:p>
        </p:txBody>
      </p:sp>
      <p:sp>
        <p:nvSpPr>
          <p:cNvPr id="20" name="Plassholder for lysbildenummer 19">
            <a:extLst>
              <a:ext uri="{FF2B5EF4-FFF2-40B4-BE49-F238E27FC236}">
                <a16:creationId xmlns:a16="http://schemas.microsoft.com/office/drawing/2014/main" id="{EFA8C348-F7D6-46ED-9365-3BEAB314D94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751DFAA-887F-4071-8EAD-E8CA316FCF06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71692844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rside - bildest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ctrTitle"/>
          </p:nvPr>
        </p:nvSpPr>
        <p:spPr>
          <a:xfrm>
            <a:off x="972122" y="2963894"/>
            <a:ext cx="9876034" cy="2160591"/>
          </a:xfrm>
        </p:spPr>
        <p:txBody>
          <a:bodyPr anchor="b">
            <a:normAutofit/>
          </a:bodyPr>
          <a:lstStyle>
            <a:lvl1pPr algn="l">
              <a:defRPr sz="78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Undertittel 2"/>
          <p:cNvSpPr>
            <a:spLocks noGrp="1"/>
          </p:cNvSpPr>
          <p:nvPr>
            <p:ph type="subTitle" idx="1"/>
          </p:nvPr>
        </p:nvSpPr>
        <p:spPr>
          <a:xfrm>
            <a:off x="972121" y="5489579"/>
            <a:ext cx="9876034" cy="923330"/>
          </a:xfrm>
        </p:spPr>
        <p:txBody>
          <a:bodyPr>
            <a:normAutofit/>
          </a:bodyPr>
          <a:lstStyle>
            <a:lvl1pPr marL="0" indent="0" algn="l">
              <a:spcAft>
                <a:spcPts val="0"/>
              </a:spcAft>
              <a:buNone/>
              <a:defRPr sz="3000"/>
            </a:lvl1pPr>
            <a:lvl2pPr marL="650138" indent="0" algn="ctr">
              <a:buNone/>
              <a:defRPr sz="2844"/>
            </a:lvl2pPr>
            <a:lvl3pPr marL="1300277" indent="0" algn="ctr">
              <a:buNone/>
              <a:defRPr sz="2560"/>
            </a:lvl3pPr>
            <a:lvl4pPr marL="1950415" indent="0" algn="ctr">
              <a:buNone/>
              <a:defRPr sz="2275"/>
            </a:lvl4pPr>
            <a:lvl5pPr marL="2600554" indent="0" algn="ctr">
              <a:buNone/>
              <a:defRPr sz="2275"/>
            </a:lvl5pPr>
            <a:lvl6pPr marL="3250692" indent="0" algn="ctr">
              <a:buNone/>
              <a:defRPr sz="2275"/>
            </a:lvl6pPr>
            <a:lvl7pPr marL="3900830" indent="0" algn="ctr">
              <a:buNone/>
              <a:defRPr sz="2275"/>
            </a:lvl7pPr>
            <a:lvl8pPr marL="4550969" indent="0" algn="ctr">
              <a:buNone/>
              <a:defRPr sz="2275"/>
            </a:lvl8pPr>
            <a:lvl9pPr marL="5201107" indent="0" algn="ctr">
              <a:buNone/>
              <a:defRPr sz="2275"/>
            </a:lvl9pPr>
          </a:lstStyle>
          <a:p>
            <a:r>
              <a:rPr lang="en-US"/>
              <a:t>Click to edit Master subtitle style</a:t>
            </a:r>
            <a:endParaRPr lang="nb-NO"/>
          </a:p>
        </p:txBody>
      </p:sp>
      <p:pic>
        <p:nvPicPr>
          <p:cNvPr id="10" name="Bilde 9">
            <a:extLst>
              <a:ext uri="{FF2B5EF4-FFF2-40B4-BE49-F238E27FC236}">
                <a16:creationId xmlns:a16="http://schemas.microsoft.com/office/drawing/2014/main" id="{B2BFC532-BB49-4A9B-828F-DA07981B29A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122" y="8774297"/>
            <a:ext cx="2313437" cy="272797"/>
          </a:xfrm>
          <a:prstGeom prst="rect">
            <a:avLst/>
          </a:prstGeom>
        </p:spPr>
      </p:pic>
      <p:pic>
        <p:nvPicPr>
          <p:cNvPr id="11" name="Bilde 10">
            <a:extLst>
              <a:ext uri="{FF2B5EF4-FFF2-40B4-BE49-F238E27FC236}">
                <a16:creationId xmlns:a16="http://schemas.microsoft.com/office/drawing/2014/main" id="{53C72BA8-5206-40C2-9736-7FFE631FB8C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122" y="972122"/>
            <a:ext cx="1002794" cy="592837"/>
          </a:xfrm>
          <a:prstGeom prst="rect">
            <a:avLst/>
          </a:prstGeom>
        </p:spPr>
      </p:pic>
      <p:sp>
        <p:nvSpPr>
          <p:cNvPr id="13" name="Plassholder for tekst 12">
            <a:extLst>
              <a:ext uri="{FF2B5EF4-FFF2-40B4-BE49-F238E27FC236}">
                <a16:creationId xmlns:a16="http://schemas.microsoft.com/office/drawing/2014/main" id="{13C1365D-4C78-47E2-BB00-E802460A26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71550" y="7258051"/>
            <a:ext cx="4680585" cy="276999"/>
          </a:xfrm>
        </p:spPr>
        <p:txBody>
          <a:bodyPr>
            <a:normAutofit/>
          </a:bodyPr>
          <a:lstStyle>
            <a:lvl1pPr marL="0" indent="0">
              <a:spcAft>
                <a:spcPts val="0"/>
              </a:spcAft>
              <a:buNone/>
              <a:defRPr sz="1800" b="1"/>
            </a:lvl1pPr>
          </a:lstStyle>
          <a:p>
            <a:pPr lvl="0"/>
            <a:r>
              <a:rPr lang="en-US" err="1"/>
              <a:t>Navn</a:t>
            </a:r>
            <a:r>
              <a:rPr lang="en-US"/>
              <a:t> </a:t>
            </a:r>
            <a:r>
              <a:rPr lang="en-US" err="1"/>
              <a:t>Navnesen</a:t>
            </a:r>
            <a:endParaRPr lang="en-US"/>
          </a:p>
        </p:txBody>
      </p:sp>
      <p:sp>
        <p:nvSpPr>
          <p:cNvPr id="14" name="Plassholder for tekst 12">
            <a:extLst>
              <a:ext uri="{FF2B5EF4-FFF2-40B4-BE49-F238E27FC236}">
                <a16:creationId xmlns:a16="http://schemas.microsoft.com/office/drawing/2014/main" id="{7FB3BA08-9F02-4876-8848-E113017893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10776" y="7258051"/>
            <a:ext cx="1323500" cy="276999"/>
          </a:xfrm>
        </p:spPr>
        <p:txBody>
          <a:bodyPr>
            <a:normAutofit/>
          </a:bodyPr>
          <a:lstStyle>
            <a:lvl1pPr marL="0" indent="0">
              <a:spcAft>
                <a:spcPts val="0"/>
              </a:spcAft>
              <a:buNone/>
              <a:defRPr sz="1800" b="1"/>
            </a:lvl1pPr>
          </a:lstStyle>
          <a:p>
            <a:pPr lvl="0"/>
            <a:r>
              <a:rPr lang="en-US" err="1"/>
              <a:t>dd.mm.yy</a:t>
            </a:r>
            <a:endParaRPr lang="en-US"/>
          </a:p>
        </p:txBody>
      </p:sp>
      <p:sp>
        <p:nvSpPr>
          <p:cNvPr id="18" name="Plassholder for bilde 2">
            <a:extLst>
              <a:ext uri="{FF2B5EF4-FFF2-40B4-BE49-F238E27FC236}">
                <a16:creationId xmlns:a16="http://schemas.microsoft.com/office/drawing/2014/main" id="{09618C08-F29C-40C4-8567-0AA16331659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1296269" y="-1"/>
            <a:ext cx="6048756" cy="975722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 lIns="0" tIns="1800000" rIns="0" bIns="0">
            <a:normAutofit/>
          </a:bodyPr>
          <a:lstStyle>
            <a:lvl1pPr marL="0" indent="0" algn="ctr">
              <a:buNone/>
              <a:defRPr sz="3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lassholder for dato 11">
            <a:extLst>
              <a:ext uri="{FF2B5EF4-FFF2-40B4-BE49-F238E27FC236}">
                <a16:creationId xmlns:a16="http://schemas.microsoft.com/office/drawing/2014/main" id="{56B53AF6-B139-48E4-B8B2-15266DC4DC45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82E39379-6D8A-2F40-BC9D-8BFA07414157}" type="datetime1">
              <a:rPr lang="nb-NO" smtClean="0"/>
              <a:t>18.08.2026</a:t>
            </a:fld>
            <a:endParaRPr lang="nb-NO"/>
          </a:p>
        </p:txBody>
      </p:sp>
      <p:sp>
        <p:nvSpPr>
          <p:cNvPr id="19" name="Plassholder for bunntekst 18">
            <a:extLst>
              <a:ext uri="{FF2B5EF4-FFF2-40B4-BE49-F238E27FC236}">
                <a16:creationId xmlns:a16="http://schemas.microsoft.com/office/drawing/2014/main" id="{1EEE1C09-86BF-4F2C-8464-4675F6B481B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972122" y="7668958"/>
            <a:ext cx="4680585" cy="554469"/>
          </a:xfrm>
        </p:spPr>
        <p:txBody>
          <a:bodyPr anchor="t">
            <a:normAutofit/>
          </a:bodyPr>
          <a:lstStyle>
            <a:lvl1pPr>
              <a:defRPr sz="1800"/>
            </a:lvl1pPr>
          </a:lstStyle>
          <a:p>
            <a:r>
              <a:rPr lang="nb-NO"/>
              <a:t>Introduction to A.I - Umair M.I</a:t>
            </a:r>
          </a:p>
        </p:txBody>
      </p:sp>
      <p:sp>
        <p:nvSpPr>
          <p:cNvPr id="20" name="Plassholder for lysbildenummer 19">
            <a:extLst>
              <a:ext uri="{FF2B5EF4-FFF2-40B4-BE49-F238E27FC236}">
                <a16:creationId xmlns:a16="http://schemas.microsoft.com/office/drawing/2014/main" id="{34EC6E11-8AB0-4BC8-93DC-407904FA9CDC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5751DFAA-887F-4071-8EAD-E8CA316FCF06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85889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rside - bildestr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ctrTitle"/>
          </p:nvPr>
        </p:nvSpPr>
        <p:spPr>
          <a:xfrm>
            <a:off x="972123" y="2862294"/>
            <a:ext cx="7258507" cy="2160591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Undertittel 2"/>
          <p:cNvSpPr>
            <a:spLocks noGrp="1"/>
          </p:cNvSpPr>
          <p:nvPr>
            <p:ph type="subTitle" idx="1"/>
          </p:nvPr>
        </p:nvSpPr>
        <p:spPr>
          <a:xfrm>
            <a:off x="972122" y="5489579"/>
            <a:ext cx="7258507" cy="923330"/>
          </a:xfrm>
        </p:spPr>
        <p:txBody>
          <a:bodyPr>
            <a:normAutofit/>
          </a:bodyPr>
          <a:lstStyle>
            <a:lvl1pPr marL="0" indent="0" algn="l">
              <a:spcAft>
                <a:spcPts val="0"/>
              </a:spcAft>
              <a:buNone/>
              <a:defRPr sz="3000"/>
            </a:lvl1pPr>
            <a:lvl2pPr marL="650138" indent="0" algn="ctr">
              <a:buNone/>
              <a:defRPr sz="2844"/>
            </a:lvl2pPr>
            <a:lvl3pPr marL="1300277" indent="0" algn="ctr">
              <a:buNone/>
              <a:defRPr sz="2560"/>
            </a:lvl3pPr>
            <a:lvl4pPr marL="1950415" indent="0" algn="ctr">
              <a:buNone/>
              <a:defRPr sz="2275"/>
            </a:lvl4pPr>
            <a:lvl5pPr marL="2600554" indent="0" algn="ctr">
              <a:buNone/>
              <a:defRPr sz="2275"/>
            </a:lvl5pPr>
            <a:lvl6pPr marL="3250692" indent="0" algn="ctr">
              <a:buNone/>
              <a:defRPr sz="2275"/>
            </a:lvl6pPr>
            <a:lvl7pPr marL="3900830" indent="0" algn="ctr">
              <a:buNone/>
              <a:defRPr sz="2275"/>
            </a:lvl7pPr>
            <a:lvl8pPr marL="4550969" indent="0" algn="ctr">
              <a:buNone/>
              <a:defRPr sz="2275"/>
            </a:lvl8pPr>
            <a:lvl9pPr marL="5201107" indent="0" algn="ctr">
              <a:buNone/>
              <a:defRPr sz="2275"/>
            </a:lvl9pPr>
          </a:lstStyle>
          <a:p>
            <a:r>
              <a:rPr lang="en-US"/>
              <a:t>Click to edit Master subtitle style</a:t>
            </a:r>
            <a:endParaRPr lang="nb-NO"/>
          </a:p>
        </p:txBody>
      </p:sp>
      <p:pic>
        <p:nvPicPr>
          <p:cNvPr id="10" name="Bilde 9">
            <a:extLst>
              <a:ext uri="{FF2B5EF4-FFF2-40B4-BE49-F238E27FC236}">
                <a16:creationId xmlns:a16="http://schemas.microsoft.com/office/drawing/2014/main" id="{B2BFC532-BB49-4A9B-828F-DA07981B29A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122" y="8774297"/>
            <a:ext cx="2313437" cy="272797"/>
          </a:xfrm>
          <a:prstGeom prst="rect">
            <a:avLst/>
          </a:prstGeom>
        </p:spPr>
      </p:pic>
      <p:pic>
        <p:nvPicPr>
          <p:cNvPr id="11" name="Bilde 10">
            <a:extLst>
              <a:ext uri="{FF2B5EF4-FFF2-40B4-BE49-F238E27FC236}">
                <a16:creationId xmlns:a16="http://schemas.microsoft.com/office/drawing/2014/main" id="{53C72BA8-5206-40C2-9736-7FFE631FB8C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122" y="972122"/>
            <a:ext cx="1002794" cy="592837"/>
          </a:xfrm>
          <a:prstGeom prst="rect">
            <a:avLst/>
          </a:prstGeom>
        </p:spPr>
      </p:pic>
      <p:sp>
        <p:nvSpPr>
          <p:cNvPr id="13" name="Plassholder for tekst 12">
            <a:extLst>
              <a:ext uri="{FF2B5EF4-FFF2-40B4-BE49-F238E27FC236}">
                <a16:creationId xmlns:a16="http://schemas.microsoft.com/office/drawing/2014/main" id="{13C1365D-4C78-47E2-BB00-E802460A26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71550" y="7258051"/>
            <a:ext cx="4680585" cy="276999"/>
          </a:xfrm>
        </p:spPr>
        <p:txBody>
          <a:bodyPr>
            <a:normAutofit/>
          </a:bodyPr>
          <a:lstStyle>
            <a:lvl1pPr marL="0" indent="0">
              <a:spcAft>
                <a:spcPts val="0"/>
              </a:spcAft>
              <a:buNone/>
              <a:defRPr sz="1800" b="1"/>
            </a:lvl1pPr>
          </a:lstStyle>
          <a:p>
            <a:pPr lvl="0"/>
            <a:r>
              <a:rPr lang="en-US" err="1"/>
              <a:t>Navn</a:t>
            </a:r>
            <a:r>
              <a:rPr lang="en-US"/>
              <a:t> </a:t>
            </a:r>
            <a:r>
              <a:rPr lang="en-US" err="1"/>
              <a:t>Navnesen</a:t>
            </a:r>
            <a:endParaRPr lang="en-US"/>
          </a:p>
        </p:txBody>
      </p:sp>
      <p:sp>
        <p:nvSpPr>
          <p:cNvPr id="14" name="Plassholder for tekst 12">
            <a:extLst>
              <a:ext uri="{FF2B5EF4-FFF2-40B4-BE49-F238E27FC236}">
                <a16:creationId xmlns:a16="http://schemas.microsoft.com/office/drawing/2014/main" id="{7FB3BA08-9F02-4876-8848-E113017893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10776" y="7258051"/>
            <a:ext cx="1323500" cy="276999"/>
          </a:xfrm>
        </p:spPr>
        <p:txBody>
          <a:bodyPr>
            <a:normAutofit/>
          </a:bodyPr>
          <a:lstStyle>
            <a:lvl1pPr marL="0" indent="0">
              <a:spcAft>
                <a:spcPts val="0"/>
              </a:spcAft>
              <a:buNone/>
              <a:defRPr sz="1800" b="1"/>
            </a:lvl1pPr>
          </a:lstStyle>
          <a:p>
            <a:pPr lvl="0"/>
            <a:r>
              <a:rPr lang="en-US" err="1"/>
              <a:t>dd.mm.yy</a:t>
            </a:r>
            <a:endParaRPr lang="en-US"/>
          </a:p>
        </p:txBody>
      </p:sp>
      <p:sp>
        <p:nvSpPr>
          <p:cNvPr id="18" name="Plassholder for bilde 2">
            <a:extLst>
              <a:ext uri="{FF2B5EF4-FFF2-40B4-BE49-F238E27FC236}">
                <a16:creationId xmlns:a16="http://schemas.microsoft.com/office/drawing/2014/main" id="{B43FD533-FAAC-4103-AFC1-88E78E1E14F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667940" y="0"/>
            <a:ext cx="8677085" cy="975722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 lIns="0" tIns="1800000" rIns="0" bIns="0">
            <a:normAutofit/>
          </a:bodyPr>
          <a:lstStyle>
            <a:lvl1pPr marL="0" indent="0" algn="ctr">
              <a:buNone/>
              <a:defRPr sz="3000">
                <a:solidFill>
                  <a:schemeClr val="l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lassholder for dato 20">
            <a:extLst>
              <a:ext uri="{FF2B5EF4-FFF2-40B4-BE49-F238E27FC236}">
                <a16:creationId xmlns:a16="http://schemas.microsoft.com/office/drawing/2014/main" id="{A89FCEFC-C9A7-48DC-A2F7-BE4D4DA94CF7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32DDBFCF-FA8B-7A40-808A-124DE0789804}" type="datetime1">
              <a:rPr lang="nb-NO" smtClean="0"/>
              <a:t>18.08.2026</a:t>
            </a:fld>
            <a:endParaRPr lang="nb-NO"/>
          </a:p>
        </p:txBody>
      </p:sp>
      <p:sp>
        <p:nvSpPr>
          <p:cNvPr id="22" name="Plassholder for bunntekst 21">
            <a:extLst>
              <a:ext uri="{FF2B5EF4-FFF2-40B4-BE49-F238E27FC236}">
                <a16:creationId xmlns:a16="http://schemas.microsoft.com/office/drawing/2014/main" id="{86F6B1E1-7108-4CA0-9B2D-EC94564CFD5C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972122" y="7668958"/>
            <a:ext cx="4680585" cy="554469"/>
          </a:xfrm>
        </p:spPr>
        <p:txBody>
          <a:bodyPr anchor="t">
            <a:normAutofit/>
          </a:bodyPr>
          <a:lstStyle>
            <a:lvl1pPr>
              <a:defRPr sz="1800"/>
            </a:lvl1pPr>
          </a:lstStyle>
          <a:p>
            <a:r>
              <a:rPr lang="nb-NO"/>
              <a:t>Introduction to A.I - Umair M.I</a:t>
            </a:r>
          </a:p>
        </p:txBody>
      </p:sp>
      <p:sp>
        <p:nvSpPr>
          <p:cNvPr id="23" name="Plassholder for lysbildenummer 22">
            <a:extLst>
              <a:ext uri="{FF2B5EF4-FFF2-40B4-BE49-F238E27FC236}">
                <a16:creationId xmlns:a16="http://schemas.microsoft.com/office/drawing/2014/main" id="{60A9F8C1-89C0-4B7B-9A1C-3CEF3EA77DD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5751DFAA-887F-4071-8EAD-E8CA316FCF06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76785857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rside - bildestr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ssholder for bilde 2">
            <a:extLst>
              <a:ext uri="{FF2B5EF4-FFF2-40B4-BE49-F238E27FC236}">
                <a16:creationId xmlns:a16="http://schemas.microsoft.com/office/drawing/2014/main" id="{B43FD533-FAAC-4103-AFC1-88E78E1E14F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57614" y="0"/>
            <a:ext cx="11287411" cy="975722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1800000" rIns="0" bIns="0">
            <a:normAutofit/>
          </a:bodyPr>
          <a:lstStyle>
            <a:lvl1pPr marL="0" indent="0" algn="ctr">
              <a:buNone/>
              <a:defRPr sz="3000">
                <a:solidFill>
                  <a:schemeClr val="l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tel 1"/>
          <p:cNvSpPr>
            <a:spLocks noGrp="1"/>
          </p:cNvSpPr>
          <p:nvPr>
            <p:ph type="ctrTitle"/>
          </p:nvPr>
        </p:nvSpPr>
        <p:spPr>
          <a:xfrm>
            <a:off x="972123" y="2862294"/>
            <a:ext cx="4637380" cy="2160591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Undertittel 2"/>
          <p:cNvSpPr>
            <a:spLocks noGrp="1"/>
          </p:cNvSpPr>
          <p:nvPr>
            <p:ph type="subTitle" idx="1"/>
          </p:nvPr>
        </p:nvSpPr>
        <p:spPr>
          <a:xfrm>
            <a:off x="972122" y="5489579"/>
            <a:ext cx="4637380" cy="923330"/>
          </a:xfrm>
        </p:spPr>
        <p:txBody>
          <a:bodyPr>
            <a:normAutofit/>
          </a:bodyPr>
          <a:lstStyle>
            <a:lvl1pPr marL="0" indent="0" algn="l">
              <a:spcAft>
                <a:spcPts val="0"/>
              </a:spcAft>
              <a:buNone/>
              <a:defRPr sz="3000"/>
            </a:lvl1pPr>
            <a:lvl2pPr marL="650138" indent="0" algn="ctr">
              <a:buNone/>
              <a:defRPr sz="2844"/>
            </a:lvl2pPr>
            <a:lvl3pPr marL="1300277" indent="0" algn="ctr">
              <a:buNone/>
              <a:defRPr sz="2560"/>
            </a:lvl3pPr>
            <a:lvl4pPr marL="1950415" indent="0" algn="ctr">
              <a:buNone/>
              <a:defRPr sz="2275"/>
            </a:lvl4pPr>
            <a:lvl5pPr marL="2600554" indent="0" algn="ctr">
              <a:buNone/>
              <a:defRPr sz="2275"/>
            </a:lvl5pPr>
            <a:lvl6pPr marL="3250692" indent="0" algn="ctr">
              <a:buNone/>
              <a:defRPr sz="2275"/>
            </a:lvl6pPr>
            <a:lvl7pPr marL="3900830" indent="0" algn="ctr">
              <a:buNone/>
              <a:defRPr sz="2275"/>
            </a:lvl7pPr>
            <a:lvl8pPr marL="4550969" indent="0" algn="ctr">
              <a:buNone/>
              <a:defRPr sz="2275"/>
            </a:lvl8pPr>
            <a:lvl9pPr marL="5201107" indent="0" algn="ctr">
              <a:buNone/>
              <a:defRPr sz="2275"/>
            </a:lvl9pPr>
          </a:lstStyle>
          <a:p>
            <a:r>
              <a:rPr lang="en-US"/>
              <a:t>Click to edit Master subtitle style</a:t>
            </a:r>
            <a:endParaRPr lang="nb-NO"/>
          </a:p>
        </p:txBody>
      </p:sp>
      <p:pic>
        <p:nvPicPr>
          <p:cNvPr id="10" name="Bilde 9">
            <a:extLst>
              <a:ext uri="{FF2B5EF4-FFF2-40B4-BE49-F238E27FC236}">
                <a16:creationId xmlns:a16="http://schemas.microsoft.com/office/drawing/2014/main" id="{B2BFC532-BB49-4A9B-828F-DA07981B29A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122" y="8774297"/>
            <a:ext cx="2313437" cy="272797"/>
          </a:xfrm>
          <a:prstGeom prst="rect">
            <a:avLst/>
          </a:prstGeom>
        </p:spPr>
      </p:pic>
      <p:pic>
        <p:nvPicPr>
          <p:cNvPr id="11" name="Bilde 10">
            <a:extLst>
              <a:ext uri="{FF2B5EF4-FFF2-40B4-BE49-F238E27FC236}">
                <a16:creationId xmlns:a16="http://schemas.microsoft.com/office/drawing/2014/main" id="{53C72BA8-5206-40C2-9736-7FFE631FB8C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122" y="972122"/>
            <a:ext cx="1002794" cy="592837"/>
          </a:xfrm>
          <a:prstGeom prst="rect">
            <a:avLst/>
          </a:prstGeom>
        </p:spPr>
      </p:pic>
      <p:sp>
        <p:nvSpPr>
          <p:cNvPr id="13" name="Plassholder for tekst 12">
            <a:extLst>
              <a:ext uri="{FF2B5EF4-FFF2-40B4-BE49-F238E27FC236}">
                <a16:creationId xmlns:a16="http://schemas.microsoft.com/office/drawing/2014/main" id="{13C1365D-4C78-47E2-BB00-E802460A26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71550" y="7258051"/>
            <a:ext cx="3240405" cy="276999"/>
          </a:xfrm>
        </p:spPr>
        <p:txBody>
          <a:bodyPr>
            <a:normAutofit/>
          </a:bodyPr>
          <a:lstStyle>
            <a:lvl1pPr marL="0" indent="0">
              <a:spcAft>
                <a:spcPts val="0"/>
              </a:spcAft>
              <a:buNone/>
              <a:defRPr sz="1800" b="1"/>
            </a:lvl1pPr>
          </a:lstStyle>
          <a:p>
            <a:pPr lvl="0"/>
            <a:r>
              <a:rPr lang="en-US" err="1"/>
              <a:t>Navn</a:t>
            </a:r>
            <a:r>
              <a:rPr lang="en-US"/>
              <a:t> </a:t>
            </a:r>
            <a:r>
              <a:rPr lang="en-US" err="1"/>
              <a:t>Navnesen</a:t>
            </a:r>
            <a:endParaRPr lang="en-US"/>
          </a:p>
        </p:txBody>
      </p:sp>
      <p:sp>
        <p:nvSpPr>
          <p:cNvPr id="14" name="Plassholder for tekst 12">
            <a:extLst>
              <a:ext uri="{FF2B5EF4-FFF2-40B4-BE49-F238E27FC236}">
                <a16:creationId xmlns:a16="http://schemas.microsoft.com/office/drawing/2014/main" id="{7FB3BA08-9F02-4876-8848-E113017893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48774" y="7258051"/>
            <a:ext cx="1260157" cy="276999"/>
          </a:xfrm>
        </p:spPr>
        <p:txBody>
          <a:bodyPr>
            <a:normAutofit/>
          </a:bodyPr>
          <a:lstStyle>
            <a:lvl1pPr marL="0" indent="0">
              <a:spcAft>
                <a:spcPts val="0"/>
              </a:spcAft>
              <a:buNone/>
              <a:defRPr sz="1800" b="1"/>
            </a:lvl1pPr>
          </a:lstStyle>
          <a:p>
            <a:pPr lvl="0"/>
            <a:r>
              <a:rPr lang="en-US" err="1"/>
              <a:t>dd.mm.yy</a:t>
            </a:r>
            <a:endParaRPr lang="en-US"/>
          </a:p>
        </p:txBody>
      </p:sp>
      <p:sp>
        <p:nvSpPr>
          <p:cNvPr id="7" name="Plassholder for dato 6">
            <a:extLst>
              <a:ext uri="{FF2B5EF4-FFF2-40B4-BE49-F238E27FC236}">
                <a16:creationId xmlns:a16="http://schemas.microsoft.com/office/drawing/2014/main" id="{70DF801A-44A6-423A-BF4C-1FE70682DC7B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EDFB3256-400C-5A4E-8683-C5AFF0ED730D}" type="datetime1">
              <a:rPr lang="nb-NO" smtClean="0"/>
              <a:t>18.08.2026</a:t>
            </a:fld>
            <a:endParaRPr lang="nb-NO"/>
          </a:p>
        </p:txBody>
      </p:sp>
      <p:sp>
        <p:nvSpPr>
          <p:cNvPr id="8" name="Plassholder for bunntekst 7">
            <a:extLst>
              <a:ext uri="{FF2B5EF4-FFF2-40B4-BE49-F238E27FC236}">
                <a16:creationId xmlns:a16="http://schemas.microsoft.com/office/drawing/2014/main" id="{3BAE66B1-31BF-4A40-98BB-F23031F6D52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972122" y="7668958"/>
            <a:ext cx="4680585" cy="554469"/>
          </a:xfrm>
        </p:spPr>
        <p:txBody>
          <a:bodyPr anchor="t">
            <a:normAutofit/>
          </a:bodyPr>
          <a:lstStyle>
            <a:lvl1pPr>
              <a:defRPr sz="1800"/>
            </a:lvl1pPr>
          </a:lstStyle>
          <a:p>
            <a:r>
              <a:rPr lang="nb-NO"/>
              <a:t>Introduction to A.I - Umair M.I</a:t>
            </a:r>
          </a:p>
        </p:txBody>
      </p:sp>
      <p:sp>
        <p:nvSpPr>
          <p:cNvPr id="21" name="Plassholder for lysbildenummer 20">
            <a:extLst>
              <a:ext uri="{FF2B5EF4-FFF2-40B4-BE49-F238E27FC236}">
                <a16:creationId xmlns:a16="http://schemas.microsoft.com/office/drawing/2014/main" id="{DEC930FD-CA96-49B1-B552-D06E67071637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5751DFAA-887F-4071-8EAD-E8CA316FCF06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68890173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rside, samarbei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ctrTitle"/>
          </p:nvPr>
        </p:nvSpPr>
        <p:spPr>
          <a:xfrm>
            <a:off x="972122" y="2963894"/>
            <a:ext cx="13008769" cy="2160591"/>
          </a:xfrm>
        </p:spPr>
        <p:txBody>
          <a:bodyPr anchor="b">
            <a:normAutofit/>
          </a:bodyPr>
          <a:lstStyle>
            <a:lvl1pPr algn="l">
              <a:defRPr sz="78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Undertittel 2"/>
          <p:cNvSpPr>
            <a:spLocks noGrp="1"/>
          </p:cNvSpPr>
          <p:nvPr>
            <p:ph type="subTitle" idx="1"/>
          </p:nvPr>
        </p:nvSpPr>
        <p:spPr>
          <a:xfrm>
            <a:off x="972122" y="5489579"/>
            <a:ext cx="13008769" cy="923330"/>
          </a:xfrm>
        </p:spPr>
        <p:txBody>
          <a:bodyPr>
            <a:normAutofit/>
          </a:bodyPr>
          <a:lstStyle>
            <a:lvl1pPr marL="0" indent="0" algn="l">
              <a:spcAft>
                <a:spcPts val="0"/>
              </a:spcAft>
              <a:buNone/>
              <a:defRPr sz="3000"/>
            </a:lvl1pPr>
            <a:lvl2pPr marL="650138" indent="0" algn="ctr">
              <a:buNone/>
              <a:defRPr sz="2844"/>
            </a:lvl2pPr>
            <a:lvl3pPr marL="1300277" indent="0" algn="ctr">
              <a:buNone/>
              <a:defRPr sz="2560"/>
            </a:lvl3pPr>
            <a:lvl4pPr marL="1950415" indent="0" algn="ctr">
              <a:buNone/>
              <a:defRPr sz="2275"/>
            </a:lvl4pPr>
            <a:lvl5pPr marL="2600554" indent="0" algn="ctr">
              <a:buNone/>
              <a:defRPr sz="2275"/>
            </a:lvl5pPr>
            <a:lvl6pPr marL="3250692" indent="0" algn="ctr">
              <a:buNone/>
              <a:defRPr sz="2275"/>
            </a:lvl6pPr>
            <a:lvl7pPr marL="3900830" indent="0" algn="ctr">
              <a:buNone/>
              <a:defRPr sz="2275"/>
            </a:lvl7pPr>
            <a:lvl8pPr marL="4550969" indent="0" algn="ctr">
              <a:buNone/>
              <a:defRPr sz="2275"/>
            </a:lvl8pPr>
            <a:lvl9pPr marL="5201107" indent="0" algn="ctr">
              <a:buNone/>
              <a:defRPr sz="2275"/>
            </a:lvl9pPr>
          </a:lstStyle>
          <a:p>
            <a:r>
              <a:rPr lang="en-US"/>
              <a:t>Click to edit Master subtitle style</a:t>
            </a:r>
            <a:endParaRPr lang="nb-NO"/>
          </a:p>
        </p:txBody>
      </p:sp>
      <p:pic>
        <p:nvPicPr>
          <p:cNvPr id="10" name="Bilde 9">
            <a:extLst>
              <a:ext uri="{FF2B5EF4-FFF2-40B4-BE49-F238E27FC236}">
                <a16:creationId xmlns:a16="http://schemas.microsoft.com/office/drawing/2014/main" id="{B2BFC532-BB49-4A9B-828F-DA07981B29A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122" y="8774297"/>
            <a:ext cx="2313437" cy="272797"/>
          </a:xfrm>
          <a:prstGeom prst="rect">
            <a:avLst/>
          </a:prstGeom>
        </p:spPr>
      </p:pic>
      <p:pic>
        <p:nvPicPr>
          <p:cNvPr id="11" name="Bilde 10">
            <a:extLst>
              <a:ext uri="{FF2B5EF4-FFF2-40B4-BE49-F238E27FC236}">
                <a16:creationId xmlns:a16="http://schemas.microsoft.com/office/drawing/2014/main" id="{53C72BA8-5206-40C2-9736-7FFE631FB8C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122" y="972122"/>
            <a:ext cx="1002794" cy="592837"/>
          </a:xfrm>
          <a:prstGeom prst="rect">
            <a:avLst/>
          </a:prstGeom>
        </p:spPr>
      </p:pic>
      <p:sp>
        <p:nvSpPr>
          <p:cNvPr id="13" name="Plassholder for tekst 12">
            <a:extLst>
              <a:ext uri="{FF2B5EF4-FFF2-40B4-BE49-F238E27FC236}">
                <a16:creationId xmlns:a16="http://schemas.microsoft.com/office/drawing/2014/main" id="{13C1365D-4C78-47E2-BB00-E802460A26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71550" y="7258051"/>
            <a:ext cx="4680585" cy="276999"/>
          </a:xfrm>
        </p:spPr>
        <p:txBody>
          <a:bodyPr>
            <a:normAutofit/>
          </a:bodyPr>
          <a:lstStyle>
            <a:lvl1pPr marL="0" indent="0">
              <a:spcAft>
                <a:spcPts val="0"/>
              </a:spcAft>
              <a:buNone/>
              <a:defRPr sz="1800" b="1"/>
            </a:lvl1pPr>
          </a:lstStyle>
          <a:p>
            <a:pPr lvl="0"/>
            <a:r>
              <a:rPr lang="en-US" err="1"/>
              <a:t>Navn</a:t>
            </a:r>
            <a:r>
              <a:rPr lang="en-US"/>
              <a:t> </a:t>
            </a:r>
            <a:r>
              <a:rPr lang="en-US" err="1"/>
              <a:t>Navnesen</a:t>
            </a:r>
            <a:endParaRPr lang="en-US"/>
          </a:p>
        </p:txBody>
      </p:sp>
      <p:sp>
        <p:nvSpPr>
          <p:cNvPr id="14" name="Plassholder for tekst 12">
            <a:extLst>
              <a:ext uri="{FF2B5EF4-FFF2-40B4-BE49-F238E27FC236}">
                <a16:creationId xmlns:a16="http://schemas.microsoft.com/office/drawing/2014/main" id="{7FB3BA08-9F02-4876-8848-E113017893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10776" y="7258051"/>
            <a:ext cx="1323500" cy="276999"/>
          </a:xfrm>
        </p:spPr>
        <p:txBody>
          <a:bodyPr>
            <a:normAutofit/>
          </a:bodyPr>
          <a:lstStyle>
            <a:lvl1pPr marL="0" indent="0">
              <a:spcAft>
                <a:spcPts val="0"/>
              </a:spcAft>
              <a:buNone/>
              <a:defRPr sz="1800" b="1"/>
            </a:lvl1pPr>
          </a:lstStyle>
          <a:p>
            <a:pPr lvl="0"/>
            <a:r>
              <a:rPr lang="en-US" err="1"/>
              <a:t>dd.mm.yy</a:t>
            </a:r>
            <a:endParaRPr lang="en-US"/>
          </a:p>
        </p:txBody>
      </p:sp>
      <p:sp>
        <p:nvSpPr>
          <p:cNvPr id="19" name="Plassholder for dato 18">
            <a:extLst>
              <a:ext uri="{FF2B5EF4-FFF2-40B4-BE49-F238E27FC236}">
                <a16:creationId xmlns:a16="http://schemas.microsoft.com/office/drawing/2014/main" id="{D92300A2-C93F-436A-A8E9-E76E890344C4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10D251D-A500-B44A-9332-BDBBDA56C6A2}" type="datetime1">
              <a:rPr lang="nb-NO" smtClean="0"/>
              <a:t>18.08.2026</a:t>
            </a:fld>
            <a:endParaRPr lang="nb-NO"/>
          </a:p>
        </p:txBody>
      </p:sp>
      <p:sp>
        <p:nvSpPr>
          <p:cNvPr id="20" name="Plassholder for bunntekst 19">
            <a:extLst>
              <a:ext uri="{FF2B5EF4-FFF2-40B4-BE49-F238E27FC236}">
                <a16:creationId xmlns:a16="http://schemas.microsoft.com/office/drawing/2014/main" id="{57E1B67A-48D1-4E05-B780-6CFCC194968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972122" y="7668958"/>
            <a:ext cx="4680585" cy="554469"/>
          </a:xfrm>
        </p:spPr>
        <p:txBody>
          <a:bodyPr anchor="t">
            <a:normAutofit/>
          </a:bodyPr>
          <a:lstStyle>
            <a:lvl1pPr>
              <a:defRPr sz="1800"/>
            </a:lvl1pPr>
          </a:lstStyle>
          <a:p>
            <a:r>
              <a:rPr lang="nb-NO"/>
              <a:t>Introduction to A.I - Umair M.I</a:t>
            </a:r>
          </a:p>
        </p:txBody>
      </p:sp>
      <p:sp>
        <p:nvSpPr>
          <p:cNvPr id="21" name="Plassholder for lysbildenummer 20">
            <a:extLst>
              <a:ext uri="{FF2B5EF4-FFF2-40B4-BE49-F238E27FC236}">
                <a16:creationId xmlns:a16="http://schemas.microsoft.com/office/drawing/2014/main" id="{03FECDC5-AA49-4FC4-BAFD-0FF7FC54F45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751DFAA-887F-4071-8EAD-E8CA316FCF06}" type="slidenum">
              <a:rPr lang="nb-NO" smtClean="0"/>
              <a:pPr/>
              <a:t>‹#›</a:t>
            </a:fld>
            <a:endParaRPr lang="nb-NO"/>
          </a:p>
        </p:txBody>
      </p:sp>
      <p:sp>
        <p:nvSpPr>
          <p:cNvPr id="5" name="Plassholder for bilde 4">
            <a:extLst>
              <a:ext uri="{FF2B5EF4-FFF2-40B4-BE49-F238E27FC236}">
                <a16:creationId xmlns:a16="http://schemas.microsoft.com/office/drawing/2014/main" id="{E18F7118-4BBA-4894-9865-C9BC85EE8D99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15661960" y="972122"/>
            <a:ext cx="713233" cy="650749"/>
          </a:xfrm>
          <a:prstGeom prst="rect">
            <a:avLst/>
          </a:prstGeom>
        </p:spPr>
        <p:txBody>
          <a:bodyPr lIns="91440" tIns="45720" rIns="91440" bIns="45720"/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258114533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rside, samarbeid - bildest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ctrTitle"/>
          </p:nvPr>
        </p:nvSpPr>
        <p:spPr>
          <a:xfrm>
            <a:off x="972123" y="2963894"/>
            <a:ext cx="9876377" cy="2160591"/>
          </a:xfrm>
        </p:spPr>
        <p:txBody>
          <a:bodyPr anchor="b">
            <a:normAutofit/>
          </a:bodyPr>
          <a:lstStyle>
            <a:lvl1pPr algn="l">
              <a:defRPr sz="78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Undertittel 2"/>
          <p:cNvSpPr>
            <a:spLocks noGrp="1"/>
          </p:cNvSpPr>
          <p:nvPr>
            <p:ph type="subTitle" idx="1"/>
          </p:nvPr>
        </p:nvSpPr>
        <p:spPr>
          <a:xfrm>
            <a:off x="972122" y="5489579"/>
            <a:ext cx="9876377" cy="923330"/>
          </a:xfrm>
        </p:spPr>
        <p:txBody>
          <a:bodyPr>
            <a:normAutofit/>
          </a:bodyPr>
          <a:lstStyle>
            <a:lvl1pPr marL="0" indent="0" algn="l">
              <a:spcAft>
                <a:spcPts val="0"/>
              </a:spcAft>
              <a:buNone/>
              <a:defRPr sz="3000"/>
            </a:lvl1pPr>
            <a:lvl2pPr marL="650138" indent="0" algn="ctr">
              <a:buNone/>
              <a:defRPr sz="2844"/>
            </a:lvl2pPr>
            <a:lvl3pPr marL="1300277" indent="0" algn="ctr">
              <a:buNone/>
              <a:defRPr sz="2560"/>
            </a:lvl3pPr>
            <a:lvl4pPr marL="1950415" indent="0" algn="ctr">
              <a:buNone/>
              <a:defRPr sz="2275"/>
            </a:lvl4pPr>
            <a:lvl5pPr marL="2600554" indent="0" algn="ctr">
              <a:buNone/>
              <a:defRPr sz="2275"/>
            </a:lvl5pPr>
            <a:lvl6pPr marL="3250692" indent="0" algn="ctr">
              <a:buNone/>
              <a:defRPr sz="2275"/>
            </a:lvl6pPr>
            <a:lvl7pPr marL="3900830" indent="0" algn="ctr">
              <a:buNone/>
              <a:defRPr sz="2275"/>
            </a:lvl7pPr>
            <a:lvl8pPr marL="4550969" indent="0" algn="ctr">
              <a:buNone/>
              <a:defRPr sz="2275"/>
            </a:lvl8pPr>
            <a:lvl9pPr marL="5201107" indent="0" algn="ctr">
              <a:buNone/>
              <a:defRPr sz="2275"/>
            </a:lvl9pPr>
          </a:lstStyle>
          <a:p>
            <a:r>
              <a:rPr lang="en-US"/>
              <a:t>Click to edit Master subtitle style</a:t>
            </a:r>
            <a:endParaRPr lang="nb-NO"/>
          </a:p>
        </p:txBody>
      </p:sp>
      <p:pic>
        <p:nvPicPr>
          <p:cNvPr id="10" name="Bilde 9">
            <a:extLst>
              <a:ext uri="{FF2B5EF4-FFF2-40B4-BE49-F238E27FC236}">
                <a16:creationId xmlns:a16="http://schemas.microsoft.com/office/drawing/2014/main" id="{B2BFC532-BB49-4A9B-828F-DA07981B29A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122" y="8774297"/>
            <a:ext cx="2313437" cy="272797"/>
          </a:xfrm>
          <a:prstGeom prst="rect">
            <a:avLst/>
          </a:prstGeom>
        </p:spPr>
      </p:pic>
      <p:pic>
        <p:nvPicPr>
          <p:cNvPr id="11" name="Bilde 10">
            <a:extLst>
              <a:ext uri="{FF2B5EF4-FFF2-40B4-BE49-F238E27FC236}">
                <a16:creationId xmlns:a16="http://schemas.microsoft.com/office/drawing/2014/main" id="{53C72BA8-5206-40C2-9736-7FFE631FB8C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122" y="972122"/>
            <a:ext cx="1002794" cy="592837"/>
          </a:xfrm>
          <a:prstGeom prst="rect">
            <a:avLst/>
          </a:prstGeom>
        </p:spPr>
      </p:pic>
      <p:sp>
        <p:nvSpPr>
          <p:cNvPr id="13" name="Plassholder for tekst 12">
            <a:extLst>
              <a:ext uri="{FF2B5EF4-FFF2-40B4-BE49-F238E27FC236}">
                <a16:creationId xmlns:a16="http://schemas.microsoft.com/office/drawing/2014/main" id="{13C1365D-4C78-47E2-BB00-E802460A26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71550" y="7258051"/>
            <a:ext cx="4680585" cy="276999"/>
          </a:xfrm>
        </p:spPr>
        <p:txBody>
          <a:bodyPr>
            <a:normAutofit/>
          </a:bodyPr>
          <a:lstStyle>
            <a:lvl1pPr marL="0" indent="0">
              <a:spcAft>
                <a:spcPts val="0"/>
              </a:spcAft>
              <a:buNone/>
              <a:defRPr sz="1800" b="1"/>
            </a:lvl1pPr>
          </a:lstStyle>
          <a:p>
            <a:pPr lvl="0"/>
            <a:r>
              <a:rPr lang="en-US" err="1"/>
              <a:t>Navn</a:t>
            </a:r>
            <a:r>
              <a:rPr lang="en-US"/>
              <a:t> </a:t>
            </a:r>
            <a:r>
              <a:rPr lang="en-US" err="1"/>
              <a:t>Navnesen</a:t>
            </a:r>
            <a:endParaRPr lang="en-US"/>
          </a:p>
        </p:txBody>
      </p:sp>
      <p:sp>
        <p:nvSpPr>
          <p:cNvPr id="14" name="Plassholder for tekst 12">
            <a:extLst>
              <a:ext uri="{FF2B5EF4-FFF2-40B4-BE49-F238E27FC236}">
                <a16:creationId xmlns:a16="http://schemas.microsoft.com/office/drawing/2014/main" id="{7FB3BA08-9F02-4876-8848-E113017893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10776" y="7258051"/>
            <a:ext cx="1323500" cy="276999"/>
          </a:xfrm>
        </p:spPr>
        <p:txBody>
          <a:bodyPr>
            <a:normAutofit/>
          </a:bodyPr>
          <a:lstStyle>
            <a:lvl1pPr marL="0" indent="0">
              <a:spcAft>
                <a:spcPts val="0"/>
              </a:spcAft>
              <a:buNone/>
              <a:defRPr sz="1800" b="1"/>
            </a:lvl1pPr>
          </a:lstStyle>
          <a:p>
            <a:pPr lvl="0"/>
            <a:r>
              <a:rPr lang="en-US" err="1"/>
              <a:t>dd.mm.yy</a:t>
            </a:r>
            <a:endParaRPr lang="en-US"/>
          </a:p>
        </p:txBody>
      </p:sp>
      <p:sp>
        <p:nvSpPr>
          <p:cNvPr id="18" name="Plassholder for bilde 2">
            <a:extLst>
              <a:ext uri="{FF2B5EF4-FFF2-40B4-BE49-F238E27FC236}">
                <a16:creationId xmlns:a16="http://schemas.microsoft.com/office/drawing/2014/main" id="{09618C08-F29C-40C4-8567-0AA16331659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1296269" y="-1"/>
            <a:ext cx="6048756" cy="975722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 lIns="0" tIns="1800000" rIns="0" bIns="0">
            <a:normAutofit/>
          </a:bodyPr>
          <a:lstStyle>
            <a:lvl1pPr marL="0" indent="0" algn="ctr">
              <a:buNone/>
              <a:defRPr sz="3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Plassholder for dato 6">
            <a:extLst>
              <a:ext uri="{FF2B5EF4-FFF2-40B4-BE49-F238E27FC236}">
                <a16:creationId xmlns:a16="http://schemas.microsoft.com/office/drawing/2014/main" id="{9C9975B5-4B5A-4A2F-BFDB-CB07FFF41FA2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007D4310-A029-D244-896B-89DA566B4BB7}" type="datetime1">
              <a:rPr lang="nb-NO" smtClean="0"/>
              <a:t>18.08.2026</a:t>
            </a:fld>
            <a:endParaRPr lang="nb-NO"/>
          </a:p>
        </p:txBody>
      </p:sp>
      <p:sp>
        <p:nvSpPr>
          <p:cNvPr id="8" name="Plassholder for bunntekst 7">
            <a:extLst>
              <a:ext uri="{FF2B5EF4-FFF2-40B4-BE49-F238E27FC236}">
                <a16:creationId xmlns:a16="http://schemas.microsoft.com/office/drawing/2014/main" id="{32A4462D-B68E-4569-9BEC-C576B12E203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972122" y="7668520"/>
            <a:ext cx="4680585" cy="553998"/>
          </a:xfrm>
        </p:spPr>
        <p:txBody>
          <a:bodyPr anchor="t">
            <a:normAutofit/>
          </a:bodyPr>
          <a:lstStyle>
            <a:lvl1pPr>
              <a:defRPr sz="1800"/>
            </a:lvl1pPr>
          </a:lstStyle>
          <a:p>
            <a:r>
              <a:rPr lang="nb-NO"/>
              <a:t>Introduction to A.I - Umair M.I</a:t>
            </a:r>
          </a:p>
        </p:txBody>
      </p:sp>
      <p:sp>
        <p:nvSpPr>
          <p:cNvPr id="9" name="Plassholder for lysbildenummer 8">
            <a:extLst>
              <a:ext uri="{FF2B5EF4-FFF2-40B4-BE49-F238E27FC236}">
                <a16:creationId xmlns:a16="http://schemas.microsoft.com/office/drawing/2014/main" id="{2D0123D4-9C42-4ABB-9A5B-37874E90FD25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5751DFAA-887F-4071-8EAD-E8CA316FCF06}" type="slidenum">
              <a:rPr lang="nb-NO" smtClean="0"/>
              <a:pPr/>
              <a:t>‹#›</a:t>
            </a:fld>
            <a:endParaRPr lang="nb-NO"/>
          </a:p>
        </p:txBody>
      </p:sp>
      <p:sp>
        <p:nvSpPr>
          <p:cNvPr id="15" name="Plassholder for bilde 4">
            <a:extLst>
              <a:ext uri="{FF2B5EF4-FFF2-40B4-BE49-F238E27FC236}">
                <a16:creationId xmlns:a16="http://schemas.microsoft.com/office/drawing/2014/main" id="{C58DDDE6-A7EF-4EF2-98F8-7C8C432B202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10135267" y="972122"/>
            <a:ext cx="713233" cy="650749"/>
          </a:xfrm>
          <a:prstGeom prst="rect">
            <a:avLst/>
          </a:prstGeom>
        </p:spPr>
        <p:txBody>
          <a:bodyPr lIns="91440" tIns="45720" rIns="91440" bIns="45720"/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391803913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rside, samarbeid - bildestr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ctrTitle"/>
          </p:nvPr>
        </p:nvSpPr>
        <p:spPr>
          <a:xfrm>
            <a:off x="972123" y="2862294"/>
            <a:ext cx="7258850" cy="2160591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Undertittel 2"/>
          <p:cNvSpPr>
            <a:spLocks noGrp="1"/>
          </p:cNvSpPr>
          <p:nvPr>
            <p:ph type="subTitle" idx="1"/>
          </p:nvPr>
        </p:nvSpPr>
        <p:spPr>
          <a:xfrm>
            <a:off x="972122" y="5489579"/>
            <a:ext cx="7258850" cy="923330"/>
          </a:xfrm>
        </p:spPr>
        <p:txBody>
          <a:bodyPr>
            <a:normAutofit/>
          </a:bodyPr>
          <a:lstStyle>
            <a:lvl1pPr marL="0" indent="0" algn="l">
              <a:spcAft>
                <a:spcPts val="0"/>
              </a:spcAft>
              <a:buNone/>
              <a:defRPr sz="3000"/>
            </a:lvl1pPr>
            <a:lvl2pPr marL="650138" indent="0" algn="ctr">
              <a:buNone/>
              <a:defRPr sz="2844"/>
            </a:lvl2pPr>
            <a:lvl3pPr marL="1300277" indent="0" algn="ctr">
              <a:buNone/>
              <a:defRPr sz="2560"/>
            </a:lvl3pPr>
            <a:lvl4pPr marL="1950415" indent="0" algn="ctr">
              <a:buNone/>
              <a:defRPr sz="2275"/>
            </a:lvl4pPr>
            <a:lvl5pPr marL="2600554" indent="0" algn="ctr">
              <a:buNone/>
              <a:defRPr sz="2275"/>
            </a:lvl5pPr>
            <a:lvl6pPr marL="3250692" indent="0" algn="ctr">
              <a:buNone/>
              <a:defRPr sz="2275"/>
            </a:lvl6pPr>
            <a:lvl7pPr marL="3900830" indent="0" algn="ctr">
              <a:buNone/>
              <a:defRPr sz="2275"/>
            </a:lvl7pPr>
            <a:lvl8pPr marL="4550969" indent="0" algn="ctr">
              <a:buNone/>
              <a:defRPr sz="2275"/>
            </a:lvl8pPr>
            <a:lvl9pPr marL="5201107" indent="0" algn="ctr">
              <a:buNone/>
              <a:defRPr sz="2275"/>
            </a:lvl9pPr>
          </a:lstStyle>
          <a:p>
            <a:r>
              <a:rPr lang="en-US"/>
              <a:t>Click to edit Master subtitle style</a:t>
            </a:r>
            <a:endParaRPr lang="nb-NO"/>
          </a:p>
        </p:txBody>
      </p:sp>
      <p:pic>
        <p:nvPicPr>
          <p:cNvPr id="10" name="Bilde 9">
            <a:extLst>
              <a:ext uri="{FF2B5EF4-FFF2-40B4-BE49-F238E27FC236}">
                <a16:creationId xmlns:a16="http://schemas.microsoft.com/office/drawing/2014/main" id="{B2BFC532-BB49-4A9B-828F-DA07981B29A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122" y="8774297"/>
            <a:ext cx="2313437" cy="272797"/>
          </a:xfrm>
          <a:prstGeom prst="rect">
            <a:avLst/>
          </a:prstGeom>
        </p:spPr>
      </p:pic>
      <p:pic>
        <p:nvPicPr>
          <p:cNvPr id="11" name="Bilde 10">
            <a:extLst>
              <a:ext uri="{FF2B5EF4-FFF2-40B4-BE49-F238E27FC236}">
                <a16:creationId xmlns:a16="http://schemas.microsoft.com/office/drawing/2014/main" id="{53C72BA8-5206-40C2-9736-7FFE631FB8C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122" y="972122"/>
            <a:ext cx="1002794" cy="592837"/>
          </a:xfrm>
          <a:prstGeom prst="rect">
            <a:avLst/>
          </a:prstGeom>
        </p:spPr>
      </p:pic>
      <p:sp>
        <p:nvSpPr>
          <p:cNvPr id="13" name="Plassholder for tekst 12">
            <a:extLst>
              <a:ext uri="{FF2B5EF4-FFF2-40B4-BE49-F238E27FC236}">
                <a16:creationId xmlns:a16="http://schemas.microsoft.com/office/drawing/2014/main" id="{13C1365D-4C78-47E2-BB00-E802460A26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71550" y="7258051"/>
            <a:ext cx="4680585" cy="276999"/>
          </a:xfrm>
        </p:spPr>
        <p:txBody>
          <a:bodyPr>
            <a:normAutofit/>
          </a:bodyPr>
          <a:lstStyle>
            <a:lvl1pPr marL="0" indent="0">
              <a:spcAft>
                <a:spcPts val="0"/>
              </a:spcAft>
              <a:buNone/>
              <a:defRPr sz="1800" b="1"/>
            </a:lvl1pPr>
          </a:lstStyle>
          <a:p>
            <a:pPr lvl="0"/>
            <a:r>
              <a:rPr lang="en-US" err="1"/>
              <a:t>Navn</a:t>
            </a:r>
            <a:r>
              <a:rPr lang="en-US"/>
              <a:t> </a:t>
            </a:r>
            <a:r>
              <a:rPr lang="en-US" err="1"/>
              <a:t>Navnesen</a:t>
            </a:r>
            <a:endParaRPr lang="en-US"/>
          </a:p>
        </p:txBody>
      </p:sp>
      <p:sp>
        <p:nvSpPr>
          <p:cNvPr id="14" name="Plassholder for tekst 12">
            <a:extLst>
              <a:ext uri="{FF2B5EF4-FFF2-40B4-BE49-F238E27FC236}">
                <a16:creationId xmlns:a16="http://schemas.microsoft.com/office/drawing/2014/main" id="{7FB3BA08-9F02-4876-8848-E113017893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10776" y="7258051"/>
            <a:ext cx="1323500" cy="276999"/>
          </a:xfrm>
        </p:spPr>
        <p:txBody>
          <a:bodyPr>
            <a:normAutofit/>
          </a:bodyPr>
          <a:lstStyle>
            <a:lvl1pPr marL="0" indent="0">
              <a:spcAft>
                <a:spcPts val="0"/>
              </a:spcAft>
              <a:buNone/>
              <a:defRPr sz="1800" b="1"/>
            </a:lvl1pPr>
          </a:lstStyle>
          <a:p>
            <a:pPr lvl="0"/>
            <a:r>
              <a:rPr lang="en-US" err="1"/>
              <a:t>dd.mm.yy</a:t>
            </a:r>
            <a:endParaRPr lang="en-US"/>
          </a:p>
        </p:txBody>
      </p:sp>
      <p:sp>
        <p:nvSpPr>
          <p:cNvPr id="18" name="Plassholder for bilde 2">
            <a:extLst>
              <a:ext uri="{FF2B5EF4-FFF2-40B4-BE49-F238E27FC236}">
                <a16:creationId xmlns:a16="http://schemas.microsoft.com/office/drawing/2014/main" id="{B43FD533-FAAC-4103-AFC1-88E78E1E14F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667940" y="0"/>
            <a:ext cx="8677085" cy="975722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 lIns="0" tIns="1800000" rIns="0" bIns="0">
            <a:normAutofit/>
          </a:bodyPr>
          <a:lstStyle>
            <a:lvl1pPr marL="0" indent="0" algn="ctr">
              <a:buNone/>
              <a:defRPr sz="3000">
                <a:solidFill>
                  <a:schemeClr val="l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Plassholder for dato 6">
            <a:extLst>
              <a:ext uri="{FF2B5EF4-FFF2-40B4-BE49-F238E27FC236}">
                <a16:creationId xmlns:a16="http://schemas.microsoft.com/office/drawing/2014/main" id="{C8943FA9-1FC1-4CA6-9987-51D4A224B782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632A589A-55B6-DE4F-A17C-00B396FD2ABE}" type="datetime1">
              <a:rPr lang="nb-NO" smtClean="0"/>
              <a:t>18.08.2026</a:t>
            </a:fld>
            <a:endParaRPr lang="nb-NO"/>
          </a:p>
        </p:txBody>
      </p:sp>
      <p:sp>
        <p:nvSpPr>
          <p:cNvPr id="8" name="Plassholder for bunntekst 7">
            <a:extLst>
              <a:ext uri="{FF2B5EF4-FFF2-40B4-BE49-F238E27FC236}">
                <a16:creationId xmlns:a16="http://schemas.microsoft.com/office/drawing/2014/main" id="{26AB9857-A3BC-4168-94D2-E16B4C9D7E0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972122" y="7668521"/>
            <a:ext cx="4680585" cy="553998"/>
          </a:xfrm>
        </p:spPr>
        <p:txBody>
          <a:bodyPr anchor="t">
            <a:normAutofit/>
          </a:bodyPr>
          <a:lstStyle>
            <a:lvl1pPr>
              <a:defRPr sz="1800"/>
            </a:lvl1pPr>
          </a:lstStyle>
          <a:p>
            <a:r>
              <a:rPr lang="nb-NO"/>
              <a:t>Introduction to A.I - Umair M.I</a:t>
            </a:r>
          </a:p>
        </p:txBody>
      </p:sp>
      <p:sp>
        <p:nvSpPr>
          <p:cNvPr id="9" name="Plassholder for lysbildenummer 8">
            <a:extLst>
              <a:ext uri="{FF2B5EF4-FFF2-40B4-BE49-F238E27FC236}">
                <a16:creationId xmlns:a16="http://schemas.microsoft.com/office/drawing/2014/main" id="{C95D276C-EFB8-4B16-B8EC-3B53CBDB3477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5751DFAA-887F-4071-8EAD-E8CA316FCF06}" type="slidenum">
              <a:rPr lang="nb-NO" smtClean="0"/>
              <a:pPr/>
              <a:t>‹#›</a:t>
            </a:fld>
            <a:endParaRPr lang="nb-NO"/>
          </a:p>
        </p:txBody>
      </p:sp>
      <p:sp>
        <p:nvSpPr>
          <p:cNvPr id="15" name="Plassholder for bilde 4">
            <a:extLst>
              <a:ext uri="{FF2B5EF4-FFF2-40B4-BE49-F238E27FC236}">
                <a16:creationId xmlns:a16="http://schemas.microsoft.com/office/drawing/2014/main" id="{D8135442-1495-4020-900D-917070638299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7517740" y="972122"/>
            <a:ext cx="713233" cy="650749"/>
          </a:xfrm>
          <a:prstGeom prst="rect">
            <a:avLst/>
          </a:prstGeom>
        </p:spPr>
        <p:txBody>
          <a:bodyPr lIns="91440" tIns="45720" rIns="91440" bIns="45720"/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121035416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rside, samarbeid - bildestr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ssholder for bilde 2">
            <a:extLst>
              <a:ext uri="{FF2B5EF4-FFF2-40B4-BE49-F238E27FC236}">
                <a16:creationId xmlns:a16="http://schemas.microsoft.com/office/drawing/2014/main" id="{B43FD533-FAAC-4103-AFC1-88E78E1E14F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57614" y="0"/>
            <a:ext cx="11287411" cy="975722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1800000" rIns="0" bIns="0">
            <a:normAutofit/>
          </a:bodyPr>
          <a:lstStyle>
            <a:lvl1pPr marL="0" indent="0" algn="ctr">
              <a:buNone/>
              <a:defRPr sz="3000">
                <a:solidFill>
                  <a:schemeClr val="l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tel 1"/>
          <p:cNvSpPr>
            <a:spLocks noGrp="1"/>
          </p:cNvSpPr>
          <p:nvPr>
            <p:ph type="ctrTitle"/>
          </p:nvPr>
        </p:nvSpPr>
        <p:spPr>
          <a:xfrm>
            <a:off x="972123" y="2862294"/>
            <a:ext cx="4637723" cy="2160591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Undertittel 2"/>
          <p:cNvSpPr>
            <a:spLocks noGrp="1"/>
          </p:cNvSpPr>
          <p:nvPr>
            <p:ph type="subTitle" idx="1"/>
          </p:nvPr>
        </p:nvSpPr>
        <p:spPr>
          <a:xfrm>
            <a:off x="972122" y="5489579"/>
            <a:ext cx="4637723" cy="923330"/>
          </a:xfrm>
        </p:spPr>
        <p:txBody>
          <a:bodyPr>
            <a:normAutofit/>
          </a:bodyPr>
          <a:lstStyle>
            <a:lvl1pPr marL="0" indent="0" algn="l">
              <a:spcAft>
                <a:spcPts val="0"/>
              </a:spcAft>
              <a:buNone/>
              <a:defRPr sz="3000"/>
            </a:lvl1pPr>
            <a:lvl2pPr marL="650138" indent="0" algn="ctr">
              <a:buNone/>
              <a:defRPr sz="2844"/>
            </a:lvl2pPr>
            <a:lvl3pPr marL="1300277" indent="0" algn="ctr">
              <a:buNone/>
              <a:defRPr sz="2560"/>
            </a:lvl3pPr>
            <a:lvl4pPr marL="1950415" indent="0" algn="ctr">
              <a:buNone/>
              <a:defRPr sz="2275"/>
            </a:lvl4pPr>
            <a:lvl5pPr marL="2600554" indent="0" algn="ctr">
              <a:buNone/>
              <a:defRPr sz="2275"/>
            </a:lvl5pPr>
            <a:lvl6pPr marL="3250692" indent="0" algn="ctr">
              <a:buNone/>
              <a:defRPr sz="2275"/>
            </a:lvl6pPr>
            <a:lvl7pPr marL="3900830" indent="0" algn="ctr">
              <a:buNone/>
              <a:defRPr sz="2275"/>
            </a:lvl7pPr>
            <a:lvl8pPr marL="4550969" indent="0" algn="ctr">
              <a:buNone/>
              <a:defRPr sz="2275"/>
            </a:lvl8pPr>
            <a:lvl9pPr marL="5201107" indent="0" algn="ctr">
              <a:buNone/>
              <a:defRPr sz="2275"/>
            </a:lvl9pPr>
          </a:lstStyle>
          <a:p>
            <a:r>
              <a:rPr lang="en-US"/>
              <a:t>Click to edit Master subtitle style</a:t>
            </a:r>
            <a:endParaRPr lang="nb-NO"/>
          </a:p>
        </p:txBody>
      </p:sp>
      <p:pic>
        <p:nvPicPr>
          <p:cNvPr id="10" name="Bilde 9">
            <a:extLst>
              <a:ext uri="{FF2B5EF4-FFF2-40B4-BE49-F238E27FC236}">
                <a16:creationId xmlns:a16="http://schemas.microsoft.com/office/drawing/2014/main" id="{B2BFC532-BB49-4A9B-828F-DA07981B29A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122" y="8774297"/>
            <a:ext cx="2313437" cy="272797"/>
          </a:xfrm>
          <a:prstGeom prst="rect">
            <a:avLst/>
          </a:prstGeom>
        </p:spPr>
      </p:pic>
      <p:pic>
        <p:nvPicPr>
          <p:cNvPr id="11" name="Bilde 10">
            <a:extLst>
              <a:ext uri="{FF2B5EF4-FFF2-40B4-BE49-F238E27FC236}">
                <a16:creationId xmlns:a16="http://schemas.microsoft.com/office/drawing/2014/main" id="{53C72BA8-5206-40C2-9736-7FFE631FB8C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122" y="972122"/>
            <a:ext cx="1002794" cy="592837"/>
          </a:xfrm>
          <a:prstGeom prst="rect">
            <a:avLst/>
          </a:prstGeom>
        </p:spPr>
      </p:pic>
      <p:sp>
        <p:nvSpPr>
          <p:cNvPr id="13" name="Plassholder for tekst 12">
            <a:extLst>
              <a:ext uri="{FF2B5EF4-FFF2-40B4-BE49-F238E27FC236}">
                <a16:creationId xmlns:a16="http://schemas.microsoft.com/office/drawing/2014/main" id="{13C1365D-4C78-47E2-BB00-E802460A26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71550" y="7258051"/>
            <a:ext cx="3240405" cy="276999"/>
          </a:xfrm>
        </p:spPr>
        <p:txBody>
          <a:bodyPr>
            <a:normAutofit/>
          </a:bodyPr>
          <a:lstStyle>
            <a:lvl1pPr marL="0" indent="0">
              <a:spcAft>
                <a:spcPts val="0"/>
              </a:spcAft>
              <a:buNone/>
              <a:defRPr sz="1800" b="1"/>
            </a:lvl1pPr>
          </a:lstStyle>
          <a:p>
            <a:pPr lvl="0"/>
            <a:r>
              <a:rPr lang="en-US" err="1"/>
              <a:t>Navn</a:t>
            </a:r>
            <a:r>
              <a:rPr lang="en-US"/>
              <a:t> </a:t>
            </a:r>
            <a:r>
              <a:rPr lang="en-US" err="1"/>
              <a:t>Navnesen</a:t>
            </a:r>
            <a:endParaRPr lang="en-US"/>
          </a:p>
        </p:txBody>
      </p:sp>
      <p:sp>
        <p:nvSpPr>
          <p:cNvPr id="14" name="Plassholder for tekst 12">
            <a:extLst>
              <a:ext uri="{FF2B5EF4-FFF2-40B4-BE49-F238E27FC236}">
                <a16:creationId xmlns:a16="http://schemas.microsoft.com/office/drawing/2014/main" id="{7FB3BA08-9F02-4876-8848-E113017893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49688" y="7258051"/>
            <a:ext cx="1260157" cy="276999"/>
          </a:xfrm>
        </p:spPr>
        <p:txBody>
          <a:bodyPr>
            <a:normAutofit/>
          </a:bodyPr>
          <a:lstStyle>
            <a:lvl1pPr marL="0" indent="0">
              <a:spcAft>
                <a:spcPts val="0"/>
              </a:spcAft>
              <a:buNone/>
              <a:defRPr sz="1800" b="1"/>
            </a:lvl1pPr>
          </a:lstStyle>
          <a:p>
            <a:pPr lvl="0"/>
            <a:r>
              <a:rPr lang="en-US" err="1"/>
              <a:t>dd.mm.yy</a:t>
            </a:r>
            <a:endParaRPr lang="en-US"/>
          </a:p>
        </p:txBody>
      </p:sp>
      <p:sp>
        <p:nvSpPr>
          <p:cNvPr id="7" name="Plassholder for dato 6">
            <a:extLst>
              <a:ext uri="{FF2B5EF4-FFF2-40B4-BE49-F238E27FC236}">
                <a16:creationId xmlns:a16="http://schemas.microsoft.com/office/drawing/2014/main" id="{322CBC60-2F96-4955-8CB7-A723C0337AF7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0FD87C17-3D40-824B-B05B-BFCD0446F5E6}" type="datetime1">
              <a:rPr lang="nb-NO" smtClean="0"/>
              <a:t>18.08.2026</a:t>
            </a:fld>
            <a:endParaRPr lang="nb-NO"/>
          </a:p>
        </p:txBody>
      </p:sp>
      <p:sp>
        <p:nvSpPr>
          <p:cNvPr id="8" name="Plassholder for bunntekst 7">
            <a:extLst>
              <a:ext uri="{FF2B5EF4-FFF2-40B4-BE49-F238E27FC236}">
                <a16:creationId xmlns:a16="http://schemas.microsoft.com/office/drawing/2014/main" id="{734F802C-71FE-47BA-816D-423460A9EB6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971551" y="7661755"/>
            <a:ext cx="4637723" cy="553998"/>
          </a:xfrm>
        </p:spPr>
        <p:txBody>
          <a:bodyPr anchor="t">
            <a:normAutofit/>
          </a:bodyPr>
          <a:lstStyle>
            <a:lvl1pPr>
              <a:defRPr sz="1800"/>
            </a:lvl1pPr>
          </a:lstStyle>
          <a:p>
            <a:r>
              <a:rPr lang="nb-NO"/>
              <a:t>Introduction to A.I - Umair M.I</a:t>
            </a:r>
          </a:p>
        </p:txBody>
      </p:sp>
      <p:sp>
        <p:nvSpPr>
          <p:cNvPr id="9" name="Plassholder for lysbildenummer 8">
            <a:extLst>
              <a:ext uri="{FF2B5EF4-FFF2-40B4-BE49-F238E27FC236}">
                <a16:creationId xmlns:a16="http://schemas.microsoft.com/office/drawing/2014/main" id="{8D2008E8-13A1-4052-91CA-FD29ACBA8C5A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5751DFAA-887F-4071-8EAD-E8CA316FCF06}" type="slidenum">
              <a:rPr lang="nb-NO" smtClean="0"/>
              <a:pPr/>
              <a:t>‹#›</a:t>
            </a:fld>
            <a:endParaRPr lang="nb-NO"/>
          </a:p>
        </p:txBody>
      </p:sp>
      <p:sp>
        <p:nvSpPr>
          <p:cNvPr id="15" name="Plassholder for bilde 4">
            <a:extLst>
              <a:ext uri="{FF2B5EF4-FFF2-40B4-BE49-F238E27FC236}">
                <a16:creationId xmlns:a16="http://schemas.microsoft.com/office/drawing/2014/main" id="{66EBDB16-4B51-4813-AB2B-6B7738B506C9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896612" y="972122"/>
            <a:ext cx="713233" cy="650749"/>
          </a:xfrm>
          <a:prstGeom prst="rect">
            <a:avLst/>
          </a:prstGeom>
        </p:spPr>
        <p:txBody>
          <a:bodyPr lIns="91440" tIns="45720" rIns="91440" bIns="45720"/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253244236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Plassholder for inn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50806-F55B-C744-8978-4C0C6468AADF}" type="datetime1">
              <a:rPr lang="nb-NO" smtClean="0"/>
              <a:t>18.08.2026</a:t>
            </a:fld>
            <a:endParaRPr lang="nb-NO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Introduction to A.I - Umair M.I</a:t>
            </a:r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1DFAA-887F-4071-8EAD-E8CA316FCF06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8692506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loverskrift sto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972122" y="4528153"/>
            <a:ext cx="15373922" cy="3323987"/>
          </a:xfrm>
        </p:spPr>
        <p:txBody>
          <a:bodyPr anchor="b">
            <a:normAutofit/>
          </a:bodyPr>
          <a:lstStyle>
            <a:lvl1pPr>
              <a:defRPr sz="12000" cap="all" baseline="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9391F-FD50-3E47-A811-8DD907C21AA3}" type="datetime1">
              <a:rPr lang="nb-NO" smtClean="0"/>
              <a:t>18.08.2026</a:t>
            </a:fld>
            <a:endParaRPr lang="nb-NO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Introduction to A.I - Umair M.I</a:t>
            </a:r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1DFAA-887F-4071-8EAD-E8CA316FCF06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48446411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loverskrift lite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972122" y="5560923"/>
            <a:ext cx="15373922" cy="2160591"/>
          </a:xfrm>
        </p:spPr>
        <p:txBody>
          <a:bodyPr anchor="b">
            <a:normAutofit/>
          </a:bodyPr>
          <a:lstStyle>
            <a:lvl1pPr>
              <a:defRPr sz="7800" cap="all" baseline="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9A2FC-2C30-4947-A7A6-AC2A92F8BBB7}" type="datetime1">
              <a:rPr lang="nb-NO" smtClean="0"/>
              <a:t>18.08.2026</a:t>
            </a:fld>
            <a:endParaRPr lang="nb-NO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Introduction to A.I - Umair M.I</a:t>
            </a:r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1DFAA-887F-4071-8EAD-E8CA316FCF06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20570477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3x tekstboks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88B56-E8AE-954A-B759-F15BEA611FC1}" type="datetime1">
              <a:rPr lang="nb-NO" smtClean="0"/>
              <a:t>18.08.2026</a:t>
            </a:fld>
            <a:endParaRPr lang="nb-NO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Introduction to A.I - Umair M.I</a:t>
            </a:r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1DFAA-887F-4071-8EAD-E8CA316FCF06}" type="slidenum">
              <a:rPr lang="nb-NO" smtClean="0"/>
              <a:t>‹#›</a:t>
            </a:fld>
            <a:endParaRPr lang="nb-NO"/>
          </a:p>
        </p:txBody>
      </p:sp>
      <p:sp>
        <p:nvSpPr>
          <p:cNvPr id="7" name="Plassholder for tekst 6">
            <a:extLst>
              <a:ext uri="{FF2B5EF4-FFF2-40B4-BE49-F238E27FC236}">
                <a16:creationId xmlns:a16="http://schemas.microsoft.com/office/drawing/2014/main" id="{193CDAAF-0A1D-4E30-BDF4-5F1522786F9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72122" y="3492436"/>
            <a:ext cx="4770596" cy="4680585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lassholder for tekst 6">
            <a:extLst>
              <a:ext uri="{FF2B5EF4-FFF2-40B4-BE49-F238E27FC236}">
                <a16:creationId xmlns:a16="http://schemas.microsoft.com/office/drawing/2014/main" id="{3633B4FE-1A74-4469-A955-AEC7C7511EF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575448" y="3492436"/>
            <a:ext cx="4770596" cy="4680585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lassholder for tekst 6">
            <a:extLst>
              <a:ext uri="{FF2B5EF4-FFF2-40B4-BE49-F238E27FC236}">
                <a16:creationId xmlns:a16="http://schemas.microsoft.com/office/drawing/2014/main" id="{2B647C84-5C6A-4934-AF8B-33EB10411F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28778" y="3492436"/>
            <a:ext cx="4770596" cy="4680585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4598449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x tekstbokser og 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ssholder for bilde 2">
            <a:extLst>
              <a:ext uri="{FF2B5EF4-FFF2-40B4-BE49-F238E27FC236}">
                <a16:creationId xmlns:a16="http://schemas.microsoft.com/office/drawing/2014/main" id="{B69D269D-CF15-4DD4-9F8A-A45648ABC15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1296269" y="-1"/>
            <a:ext cx="6048756" cy="975722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1800000" rIns="0" bIns="0"/>
          <a:lstStyle>
            <a:lvl1pPr marL="0" indent="0" algn="ctr">
              <a:buNone/>
              <a:defRPr sz="3000">
                <a:solidFill>
                  <a:schemeClr val="l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972121" y="2374096"/>
            <a:ext cx="10027253" cy="664797"/>
          </a:xfrm>
        </p:spPr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601AA-4730-A84C-A064-CFAA5BC67FD3}" type="datetime1">
              <a:rPr lang="nb-NO" smtClean="0"/>
              <a:t>18.08.2026</a:t>
            </a:fld>
            <a:endParaRPr lang="nb-NO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Introduction to A.I - Umair M.I</a:t>
            </a:r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1DFAA-887F-4071-8EAD-E8CA316FCF06}" type="slidenum">
              <a:rPr lang="nb-NO" smtClean="0"/>
              <a:t>‹#›</a:t>
            </a:fld>
            <a:endParaRPr lang="nb-NO"/>
          </a:p>
        </p:txBody>
      </p:sp>
      <p:sp>
        <p:nvSpPr>
          <p:cNvPr id="7" name="Plassholder for tekst 6">
            <a:extLst>
              <a:ext uri="{FF2B5EF4-FFF2-40B4-BE49-F238E27FC236}">
                <a16:creationId xmlns:a16="http://schemas.microsoft.com/office/drawing/2014/main" id="{193CDAAF-0A1D-4E30-BDF4-5F1522786F9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72122" y="3492436"/>
            <a:ext cx="4770596" cy="4680585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lassholder for tekst 6">
            <a:extLst>
              <a:ext uri="{FF2B5EF4-FFF2-40B4-BE49-F238E27FC236}">
                <a16:creationId xmlns:a16="http://schemas.microsoft.com/office/drawing/2014/main" id="{2B647C84-5C6A-4934-AF8B-33EB10411F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28778" y="3492436"/>
            <a:ext cx="4770596" cy="4680585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7270984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, tekst og 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ssholder for bilde 2">
            <a:extLst>
              <a:ext uri="{FF2B5EF4-FFF2-40B4-BE49-F238E27FC236}">
                <a16:creationId xmlns:a16="http://schemas.microsoft.com/office/drawing/2014/main" id="{BBBCD936-BFAE-449A-8A24-0073D81BA78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1296269" y="-1"/>
            <a:ext cx="6048756" cy="975722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1800000" rIns="0" bIns="0"/>
          <a:lstStyle>
            <a:lvl1pPr marL="0" indent="0" algn="ctr">
              <a:buNone/>
              <a:defRPr sz="3000">
                <a:solidFill>
                  <a:schemeClr val="l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972122" y="2374096"/>
            <a:ext cx="10027254" cy="664797"/>
          </a:xfrm>
        </p:spPr>
        <p:txBody>
          <a:bodyPr>
            <a:norm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17955-FBE0-DB42-8D8A-D33972F81DD1}" type="datetime1">
              <a:rPr lang="nb-NO" smtClean="0"/>
              <a:t>18.08.2026</a:t>
            </a:fld>
            <a:endParaRPr lang="nb-NO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Introduction to A.I - Umair M.I</a:t>
            </a:r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1DFAA-887F-4071-8EAD-E8CA316FCF06}" type="slidenum">
              <a:rPr lang="nb-NO" smtClean="0"/>
              <a:t>‹#›</a:t>
            </a:fld>
            <a:endParaRPr lang="nb-NO"/>
          </a:p>
        </p:txBody>
      </p:sp>
      <p:sp>
        <p:nvSpPr>
          <p:cNvPr id="7" name="Plassholder for tekst 6">
            <a:extLst>
              <a:ext uri="{FF2B5EF4-FFF2-40B4-BE49-F238E27FC236}">
                <a16:creationId xmlns:a16="http://schemas.microsoft.com/office/drawing/2014/main" id="{193CDAAF-0A1D-4E30-BDF4-5F1522786F9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72121" y="3492436"/>
            <a:ext cx="10027254" cy="4680585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1950905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, tekst og stort 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ssholder for bilde 2">
            <a:extLst>
              <a:ext uri="{FF2B5EF4-FFF2-40B4-BE49-F238E27FC236}">
                <a16:creationId xmlns:a16="http://schemas.microsoft.com/office/drawing/2014/main" id="{B69D269D-CF15-4DD4-9F8A-A45648ABC15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57614" y="0"/>
            <a:ext cx="11287411" cy="975722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1800000" rIns="0" bIns="0" anchor="t" anchorCtr="1">
            <a:normAutofit/>
          </a:bodyPr>
          <a:lstStyle>
            <a:lvl1pPr marL="0" indent="0" algn="ctr">
              <a:buNone/>
              <a:defRPr sz="3000">
                <a:solidFill>
                  <a:schemeClr val="l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972122" y="1709298"/>
            <a:ext cx="4860608" cy="132959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B6363-52F4-B149-86AB-4653E581E119}" type="datetime1">
              <a:rPr lang="nb-NO" smtClean="0"/>
              <a:t>18.08.2026</a:t>
            </a:fld>
            <a:endParaRPr lang="nb-NO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nb-NO"/>
              <a:t>Introduction to A.I - Umair M.I</a:t>
            </a:r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5751DFAA-887F-4071-8EAD-E8CA316FCF06}" type="slidenum">
              <a:rPr lang="nb-NO" smtClean="0"/>
              <a:pPr/>
              <a:t>‹#›</a:t>
            </a:fld>
            <a:endParaRPr lang="nb-NO"/>
          </a:p>
        </p:txBody>
      </p:sp>
      <p:sp>
        <p:nvSpPr>
          <p:cNvPr id="7" name="Plassholder for tekst 6">
            <a:extLst>
              <a:ext uri="{FF2B5EF4-FFF2-40B4-BE49-F238E27FC236}">
                <a16:creationId xmlns:a16="http://schemas.microsoft.com/office/drawing/2014/main" id="{193CDAAF-0A1D-4E30-BDF4-5F1522786F9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72121" y="3492436"/>
            <a:ext cx="4860608" cy="4680585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604242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elsides 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ssholder for bilde 2">
            <a:extLst>
              <a:ext uri="{FF2B5EF4-FFF2-40B4-BE49-F238E27FC236}">
                <a16:creationId xmlns:a16="http://schemas.microsoft.com/office/drawing/2014/main" id="{7E55B23D-A101-4B76-A4BE-631E88A6A75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7345025" cy="975722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1800000" rIns="0" bIns="0">
            <a:normAutofit/>
          </a:bodyPr>
          <a:lstStyle>
            <a:lvl1pPr marL="0" indent="0" algn="ctr">
              <a:buNone/>
              <a:defRPr sz="3000">
                <a:solidFill>
                  <a:schemeClr val="l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Plassholder for dato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8AB852EC-02F5-6C4D-BEFB-51B1F76722C9}" type="datetime1">
              <a:rPr lang="nb-NO" smtClean="0"/>
              <a:t>18.08.2026</a:t>
            </a:fld>
            <a:endParaRPr lang="nb-NO"/>
          </a:p>
        </p:txBody>
      </p:sp>
      <p:sp>
        <p:nvSpPr>
          <p:cNvPr id="3" name="Plassholder for bunn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nb-NO"/>
              <a:t>Introduction to A.I - Umair M.I</a:t>
            </a:r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5751DFAA-887F-4071-8EAD-E8CA316FCF06}" type="slidenum">
              <a:rPr lang="nb-NO" smtClean="0"/>
              <a:pPr/>
              <a:t>‹#›</a:t>
            </a:fld>
            <a:endParaRPr lang="nb-NO"/>
          </a:p>
        </p:txBody>
      </p:sp>
      <p:sp>
        <p:nvSpPr>
          <p:cNvPr id="11" name="Plassholder for tekst 10">
            <a:extLst>
              <a:ext uri="{FF2B5EF4-FFF2-40B4-BE49-F238E27FC236}">
                <a16:creationId xmlns:a16="http://schemas.microsoft.com/office/drawing/2014/main" id="{10E39287-A8EF-4C34-A1FC-3948F2552699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972122" y="972122"/>
            <a:ext cx="1004318" cy="595885"/>
          </a:xfrm>
          <a:blipFill>
            <a:blip r:embed="rId3"/>
            <a:stretch>
              <a:fillRect/>
            </a:stretch>
          </a:blipFill>
        </p:spPr>
        <p:txBody>
          <a:bodyPr>
            <a:noAutofit/>
          </a:bodyPr>
          <a:lstStyle>
            <a:lvl1pPr>
              <a:defRPr sz="100">
                <a:solidFill>
                  <a:srgbClr val="000000"/>
                </a:solidFill>
              </a:defRPr>
            </a:lvl1pPr>
            <a:lvl2pPr>
              <a:defRPr sz="100">
                <a:solidFill>
                  <a:srgbClr val="000000"/>
                </a:solidFill>
              </a:defRPr>
            </a:lvl2pPr>
            <a:lvl3pPr>
              <a:defRPr sz="100">
                <a:solidFill>
                  <a:srgbClr val="000000"/>
                </a:solidFill>
              </a:defRPr>
            </a:lvl3pPr>
            <a:lvl4pPr>
              <a:defRPr sz="100">
                <a:solidFill>
                  <a:srgbClr val="000000"/>
                </a:solidFill>
              </a:defRPr>
            </a:lvl4pPr>
            <a:lvl5pPr>
              <a:defRPr sz="100">
                <a:solidFill>
                  <a:srgbClr val="000000"/>
                </a:solidFill>
              </a:defRPr>
            </a:lvl5pPr>
          </a:lstStyle>
          <a:p>
            <a:pPr lvl="0"/>
            <a:r>
              <a:rPr lang="nb-NO"/>
              <a:t> </a:t>
            </a:r>
            <a:endParaRPr lang="en-US"/>
          </a:p>
        </p:txBody>
      </p:sp>
      <p:sp>
        <p:nvSpPr>
          <p:cNvPr id="12" name="Plassholder for tekst 11">
            <a:extLst>
              <a:ext uri="{FF2B5EF4-FFF2-40B4-BE49-F238E27FC236}">
                <a16:creationId xmlns:a16="http://schemas.microsoft.com/office/drawing/2014/main" id="{10B431D3-7494-4FBC-B3D0-A66DB1B545B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72123" y="8774297"/>
            <a:ext cx="2313437" cy="272797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>
            <a:lvl1pPr>
              <a:defRPr sz="100">
                <a:solidFill>
                  <a:srgbClr val="000000"/>
                </a:solidFill>
              </a:defRPr>
            </a:lvl1pPr>
            <a:lvl2pPr>
              <a:defRPr sz="100">
                <a:solidFill>
                  <a:srgbClr val="000000"/>
                </a:solidFill>
              </a:defRPr>
            </a:lvl2pPr>
            <a:lvl3pPr>
              <a:defRPr sz="100">
                <a:solidFill>
                  <a:srgbClr val="000000"/>
                </a:solidFill>
              </a:defRPr>
            </a:lvl3pPr>
            <a:lvl4pPr>
              <a:defRPr sz="100">
                <a:solidFill>
                  <a:srgbClr val="000000"/>
                </a:solidFill>
              </a:defRPr>
            </a:lvl4pPr>
            <a:lvl5pPr>
              <a:defRPr sz="100">
                <a:solidFill>
                  <a:srgbClr val="000000"/>
                </a:solidFill>
              </a:defRPr>
            </a:lvl5pPr>
          </a:lstStyle>
          <a:p>
            <a:pPr lvl="0"/>
            <a:r>
              <a:rPr lang="nb-NO"/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77561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tats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 hasCustomPrompt="1"/>
          </p:nvPr>
        </p:nvSpPr>
        <p:spPr>
          <a:xfrm>
            <a:off x="972122" y="4517203"/>
            <a:ext cx="15373922" cy="3240887"/>
          </a:xfrm>
        </p:spPr>
        <p:txBody>
          <a:bodyPr anchor="b">
            <a:normAutofit/>
          </a:bodyPr>
          <a:lstStyle>
            <a:lvl1pPr>
              <a:defRPr sz="7800" cap="all" baseline="0"/>
            </a:lvl1pPr>
          </a:lstStyle>
          <a:p>
            <a:r>
              <a:rPr lang="nb-NO"/>
              <a:t>Klikk for å legge til sitat</a:t>
            </a:r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71FCC-7ED5-1B45-8468-F710B7C1B0CB}" type="datetime1">
              <a:rPr lang="nb-NO" smtClean="0"/>
              <a:t>18.08.2026</a:t>
            </a:fld>
            <a:endParaRPr lang="nb-NO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Introduction to A.I - Umair M.I</a:t>
            </a:r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1DFAA-887F-4071-8EAD-E8CA316FCF06}" type="slidenum">
              <a:rPr lang="nb-NO" smtClean="0"/>
              <a:t>‹#›</a:t>
            </a:fld>
            <a:endParaRPr lang="nb-NO"/>
          </a:p>
        </p:txBody>
      </p:sp>
      <p:sp>
        <p:nvSpPr>
          <p:cNvPr id="7" name="Plassholder for tekst 7">
            <a:extLst>
              <a:ext uri="{FF2B5EF4-FFF2-40B4-BE49-F238E27FC236}">
                <a16:creationId xmlns:a16="http://schemas.microsoft.com/office/drawing/2014/main" id="{A523B242-05F3-4E7B-8EDE-994BA2F083D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72122" y="7956995"/>
            <a:ext cx="15373922" cy="276999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/>
            </a:lvl1pPr>
          </a:lstStyle>
          <a:p>
            <a:pPr lvl="0"/>
            <a:r>
              <a:rPr lang="en-US" err="1"/>
              <a:t>Sitert</a:t>
            </a:r>
            <a:r>
              <a:rPr lang="en-US"/>
              <a:t> </a:t>
            </a:r>
            <a:r>
              <a:rPr lang="en-US" err="1"/>
              <a:t>Kilde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70600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itatside /m bildebakgrun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ssholder for bilde 2">
            <a:extLst>
              <a:ext uri="{FF2B5EF4-FFF2-40B4-BE49-F238E27FC236}">
                <a16:creationId xmlns:a16="http://schemas.microsoft.com/office/drawing/2014/main" id="{CCCE99AD-0406-40AA-BCE7-C39ABF192C2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7345025" cy="975722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1800000" rIns="0" bIns="0">
            <a:normAutofit/>
          </a:bodyPr>
          <a:lstStyle>
            <a:lvl1pPr marL="0" indent="0" algn="ctr">
              <a:buNone/>
              <a:defRPr sz="3000">
                <a:solidFill>
                  <a:schemeClr val="l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tel 1"/>
          <p:cNvSpPr>
            <a:spLocks noGrp="1"/>
          </p:cNvSpPr>
          <p:nvPr>
            <p:ph type="title" hasCustomPrompt="1"/>
          </p:nvPr>
        </p:nvSpPr>
        <p:spPr>
          <a:xfrm>
            <a:off x="972122" y="5597499"/>
            <a:ext cx="15373922" cy="2160591"/>
          </a:xfrm>
        </p:spPr>
        <p:txBody>
          <a:bodyPr anchor="b">
            <a:normAutofit/>
          </a:bodyPr>
          <a:lstStyle>
            <a:lvl1pPr>
              <a:defRPr sz="7800" cap="all" baseline="0">
                <a:solidFill>
                  <a:schemeClr val="accent1"/>
                </a:solidFill>
              </a:defRPr>
            </a:lvl1pPr>
          </a:lstStyle>
          <a:p>
            <a:r>
              <a:rPr lang="nb-NO"/>
              <a:t>Klikk for å legge til sitat</a:t>
            </a:r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B43626B5-3E08-9C43-8DDA-FC9DE9624EB5}" type="datetime1">
              <a:rPr lang="nb-NO" smtClean="0"/>
              <a:t>18.08.2026</a:t>
            </a:fld>
            <a:endParaRPr lang="nb-NO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nb-NO"/>
              <a:t>Introduction to A.I - Umair M.I</a:t>
            </a:r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5751DFAA-887F-4071-8EAD-E8CA316FCF06}" type="slidenum">
              <a:rPr lang="nb-NO" smtClean="0"/>
              <a:pPr/>
              <a:t>‹#›</a:t>
            </a:fld>
            <a:endParaRPr lang="nb-NO"/>
          </a:p>
        </p:txBody>
      </p:sp>
      <p:sp>
        <p:nvSpPr>
          <p:cNvPr id="7" name="Plassholder for tekst 7">
            <a:extLst>
              <a:ext uri="{FF2B5EF4-FFF2-40B4-BE49-F238E27FC236}">
                <a16:creationId xmlns:a16="http://schemas.microsoft.com/office/drawing/2014/main" id="{A523B242-05F3-4E7B-8EDE-994BA2F083D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72122" y="7956995"/>
            <a:ext cx="15373922" cy="276999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err="1"/>
              <a:t>Sitert</a:t>
            </a:r>
            <a:r>
              <a:rPr lang="en-US"/>
              <a:t> </a:t>
            </a:r>
            <a:r>
              <a:rPr lang="en-US" err="1"/>
              <a:t>Kilde</a:t>
            </a:r>
            <a:endParaRPr lang="en-US"/>
          </a:p>
        </p:txBody>
      </p:sp>
      <p:sp>
        <p:nvSpPr>
          <p:cNvPr id="11" name="Plassholder for tekst 10">
            <a:extLst>
              <a:ext uri="{FF2B5EF4-FFF2-40B4-BE49-F238E27FC236}">
                <a16:creationId xmlns:a16="http://schemas.microsoft.com/office/drawing/2014/main" id="{A4AE70EA-EB2B-4642-8AB7-DC90C3F6A3D9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972122" y="972122"/>
            <a:ext cx="1004318" cy="595885"/>
          </a:xfrm>
          <a:blipFill>
            <a:blip r:embed="rId3"/>
            <a:stretch>
              <a:fillRect/>
            </a:stretch>
          </a:blipFill>
        </p:spPr>
        <p:txBody>
          <a:bodyPr>
            <a:noAutofit/>
          </a:bodyPr>
          <a:lstStyle>
            <a:lvl1pPr>
              <a:defRPr sz="100">
                <a:solidFill>
                  <a:srgbClr val="000000"/>
                </a:solidFill>
              </a:defRPr>
            </a:lvl1pPr>
            <a:lvl2pPr>
              <a:defRPr sz="100">
                <a:solidFill>
                  <a:srgbClr val="000000"/>
                </a:solidFill>
              </a:defRPr>
            </a:lvl2pPr>
            <a:lvl3pPr>
              <a:defRPr sz="100">
                <a:solidFill>
                  <a:srgbClr val="000000"/>
                </a:solidFill>
              </a:defRPr>
            </a:lvl3pPr>
            <a:lvl4pPr>
              <a:defRPr sz="100">
                <a:solidFill>
                  <a:srgbClr val="000000"/>
                </a:solidFill>
              </a:defRPr>
            </a:lvl4pPr>
            <a:lvl5pPr>
              <a:defRPr sz="100">
                <a:solidFill>
                  <a:srgbClr val="000000"/>
                </a:solidFill>
              </a:defRPr>
            </a:lvl5pPr>
          </a:lstStyle>
          <a:p>
            <a:pPr lvl="0"/>
            <a:r>
              <a:rPr lang="nb-NO"/>
              <a:t> </a:t>
            </a:r>
            <a:endParaRPr lang="en-US"/>
          </a:p>
        </p:txBody>
      </p:sp>
      <p:sp>
        <p:nvSpPr>
          <p:cNvPr id="12" name="Plassholder for tekst 11">
            <a:extLst>
              <a:ext uri="{FF2B5EF4-FFF2-40B4-BE49-F238E27FC236}">
                <a16:creationId xmlns:a16="http://schemas.microsoft.com/office/drawing/2014/main" id="{52CA5463-497B-4D4A-821F-C1642E29C5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72123" y="8774297"/>
            <a:ext cx="2313437" cy="272797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>
            <a:lvl1pPr>
              <a:defRPr sz="100">
                <a:solidFill>
                  <a:srgbClr val="000000"/>
                </a:solidFill>
              </a:defRPr>
            </a:lvl1pPr>
            <a:lvl2pPr>
              <a:defRPr sz="100">
                <a:solidFill>
                  <a:srgbClr val="000000"/>
                </a:solidFill>
              </a:defRPr>
            </a:lvl2pPr>
            <a:lvl3pPr>
              <a:defRPr sz="100">
                <a:solidFill>
                  <a:srgbClr val="000000"/>
                </a:solidFill>
              </a:defRPr>
            </a:lvl3pPr>
            <a:lvl4pPr>
              <a:defRPr sz="100">
                <a:solidFill>
                  <a:srgbClr val="000000"/>
                </a:solidFill>
              </a:defRPr>
            </a:lvl4pPr>
            <a:lvl5pPr>
              <a:defRPr sz="100">
                <a:solidFill>
                  <a:srgbClr val="000000"/>
                </a:solidFill>
              </a:defRPr>
            </a:lvl5pPr>
          </a:lstStyle>
          <a:p>
            <a:pPr lvl="0"/>
            <a:r>
              <a:rPr lang="nb-NO"/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74458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Plassholder for innhold 2"/>
          <p:cNvSpPr>
            <a:spLocks noGrp="1"/>
          </p:cNvSpPr>
          <p:nvPr>
            <p:ph sz="half" idx="1"/>
          </p:nvPr>
        </p:nvSpPr>
        <p:spPr>
          <a:xfrm>
            <a:off x="972122" y="3492436"/>
            <a:ext cx="7380922" cy="468058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Plassholder for innhold 3"/>
          <p:cNvSpPr>
            <a:spLocks noGrp="1"/>
          </p:cNvSpPr>
          <p:nvPr>
            <p:ph sz="half" idx="2"/>
          </p:nvPr>
        </p:nvSpPr>
        <p:spPr>
          <a:xfrm>
            <a:off x="8965122" y="3492436"/>
            <a:ext cx="7380922" cy="468058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5" name="Plassholder for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7B548-9239-D543-B54C-D850213F4B10}" type="datetime1">
              <a:rPr lang="nb-NO" smtClean="0"/>
              <a:t>18.08.2026</a:t>
            </a:fld>
            <a:endParaRPr lang="nb-NO"/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Introduction to A.I - Umair M.I</a:t>
            </a:r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1DFAA-887F-4071-8EAD-E8CA316FCF06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41662807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ssholder for tekst 2"/>
          <p:cNvSpPr>
            <a:spLocks noGrp="1"/>
          </p:cNvSpPr>
          <p:nvPr>
            <p:ph type="body" idx="1"/>
          </p:nvPr>
        </p:nvSpPr>
        <p:spPr>
          <a:xfrm>
            <a:off x="972122" y="3492436"/>
            <a:ext cx="7380922" cy="461665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3000" b="1"/>
            </a:lvl1pPr>
            <a:lvl2pPr marL="650138" indent="0">
              <a:buNone/>
              <a:defRPr sz="2844" b="1"/>
            </a:lvl2pPr>
            <a:lvl3pPr marL="1300277" indent="0">
              <a:buNone/>
              <a:defRPr sz="2560" b="1"/>
            </a:lvl3pPr>
            <a:lvl4pPr marL="1950415" indent="0">
              <a:buNone/>
              <a:defRPr sz="2275" b="1"/>
            </a:lvl4pPr>
            <a:lvl5pPr marL="2600554" indent="0">
              <a:buNone/>
              <a:defRPr sz="2275" b="1"/>
            </a:lvl5pPr>
            <a:lvl6pPr marL="3250692" indent="0">
              <a:buNone/>
              <a:defRPr sz="2275" b="1"/>
            </a:lvl6pPr>
            <a:lvl7pPr marL="3900830" indent="0">
              <a:buNone/>
              <a:defRPr sz="2275" b="1"/>
            </a:lvl7pPr>
            <a:lvl8pPr marL="4550969" indent="0">
              <a:buNone/>
              <a:defRPr sz="2275" b="1"/>
            </a:lvl8pPr>
            <a:lvl9pPr marL="5201107" indent="0">
              <a:buNone/>
              <a:defRPr sz="2275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Plassholder for innhold 3"/>
          <p:cNvSpPr>
            <a:spLocks noGrp="1"/>
          </p:cNvSpPr>
          <p:nvPr>
            <p:ph sz="half" idx="2"/>
          </p:nvPr>
        </p:nvSpPr>
        <p:spPr>
          <a:xfrm>
            <a:off x="972122" y="3954101"/>
            <a:ext cx="7380922" cy="421892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5" name="Plassholder for tekst 4"/>
          <p:cNvSpPr>
            <a:spLocks noGrp="1"/>
          </p:cNvSpPr>
          <p:nvPr>
            <p:ph type="body" sz="quarter" idx="3"/>
          </p:nvPr>
        </p:nvSpPr>
        <p:spPr>
          <a:xfrm>
            <a:off x="8965122" y="3492436"/>
            <a:ext cx="7380922" cy="461665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3000" b="1"/>
            </a:lvl1pPr>
            <a:lvl2pPr marL="650138" indent="0">
              <a:buNone/>
              <a:defRPr sz="2844" b="1"/>
            </a:lvl2pPr>
            <a:lvl3pPr marL="1300277" indent="0">
              <a:buNone/>
              <a:defRPr sz="2560" b="1"/>
            </a:lvl3pPr>
            <a:lvl4pPr marL="1950415" indent="0">
              <a:buNone/>
              <a:defRPr sz="2275" b="1"/>
            </a:lvl4pPr>
            <a:lvl5pPr marL="2600554" indent="0">
              <a:buNone/>
              <a:defRPr sz="2275" b="1"/>
            </a:lvl5pPr>
            <a:lvl6pPr marL="3250692" indent="0">
              <a:buNone/>
              <a:defRPr sz="2275" b="1"/>
            </a:lvl6pPr>
            <a:lvl7pPr marL="3900830" indent="0">
              <a:buNone/>
              <a:defRPr sz="2275" b="1"/>
            </a:lvl7pPr>
            <a:lvl8pPr marL="4550969" indent="0">
              <a:buNone/>
              <a:defRPr sz="2275" b="1"/>
            </a:lvl8pPr>
            <a:lvl9pPr marL="5201107" indent="0">
              <a:buNone/>
              <a:defRPr sz="2275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Plassholder for innhold 5"/>
          <p:cNvSpPr>
            <a:spLocks noGrp="1"/>
          </p:cNvSpPr>
          <p:nvPr>
            <p:ph sz="quarter" idx="4"/>
          </p:nvPr>
        </p:nvSpPr>
        <p:spPr>
          <a:xfrm>
            <a:off x="8965122" y="3954101"/>
            <a:ext cx="7380922" cy="421892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7" name="Plassholder for dato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588FC-A99A-394C-93FD-BA71C81F8457}" type="datetime1">
              <a:rPr lang="nb-NO" smtClean="0"/>
              <a:t>18.08.2026</a:t>
            </a:fld>
            <a:endParaRPr lang="nb-NO"/>
          </a:p>
        </p:txBody>
      </p:sp>
      <p:sp>
        <p:nvSpPr>
          <p:cNvPr id="8" name="Plassholder for bunnteks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Introduction to A.I - Umair M.I</a:t>
            </a:r>
          </a:p>
        </p:txBody>
      </p:sp>
      <p:sp>
        <p:nvSpPr>
          <p:cNvPr id="9" name="Plassholder for lysbilde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1DFAA-887F-4071-8EAD-E8CA316FCF06}" type="slidenum">
              <a:rPr lang="nb-NO" smtClean="0"/>
              <a:t>‹#›</a:t>
            </a:fld>
            <a:endParaRPr lang="nb-NO"/>
          </a:p>
        </p:txBody>
      </p:sp>
      <p:sp>
        <p:nvSpPr>
          <p:cNvPr id="10" name="Tittel 9">
            <a:extLst>
              <a:ext uri="{FF2B5EF4-FFF2-40B4-BE49-F238E27FC236}">
                <a16:creationId xmlns:a16="http://schemas.microsoft.com/office/drawing/2014/main" id="{2DA985E1-7DD2-458A-A77D-21904FB81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1819595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Plassholder for dato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4D468-A8DD-DA45-B29D-99ABF2C593A2}" type="datetime1">
              <a:rPr lang="nb-NO" smtClean="0"/>
              <a:t>18.08.2026</a:t>
            </a:fld>
            <a:endParaRPr lang="nb-NO"/>
          </a:p>
        </p:txBody>
      </p:sp>
      <p:sp>
        <p:nvSpPr>
          <p:cNvPr id="4" name="Plassholder for bunn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Introduction to A.I - Umair M.I</a:t>
            </a:r>
          </a:p>
        </p:txBody>
      </p:sp>
      <p:sp>
        <p:nvSpPr>
          <p:cNvPr id="5" name="Plassholder for lysbilde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1DFAA-887F-4071-8EAD-E8CA316FCF06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61098713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dato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E1ECB-6C31-2B4A-8B8C-CD864090A2C4}" type="datetime1">
              <a:rPr lang="nb-NO" smtClean="0"/>
              <a:t>18.08.2026</a:t>
            </a:fld>
            <a:endParaRPr lang="nb-NO"/>
          </a:p>
        </p:txBody>
      </p:sp>
      <p:sp>
        <p:nvSpPr>
          <p:cNvPr id="3" name="Plassholder for bunn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Introduction to A.I - Umair M.I</a:t>
            </a:r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1DFAA-887F-4071-8EAD-E8CA316FCF06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759863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18" Type="http://schemas.openxmlformats.org/officeDocument/2006/relationships/slideLayout" Target="../slideLayouts/slideLayout40.xml"/><Relationship Id="rId3" Type="http://schemas.openxmlformats.org/officeDocument/2006/relationships/slideLayout" Target="../slideLayouts/slideLayout25.xml"/><Relationship Id="rId21" Type="http://schemas.openxmlformats.org/officeDocument/2006/relationships/slideLayout" Target="../slideLayouts/slideLayout43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17" Type="http://schemas.openxmlformats.org/officeDocument/2006/relationships/slideLayout" Target="../slideLayouts/slideLayout39.xml"/><Relationship Id="rId25" Type="http://schemas.openxmlformats.org/officeDocument/2006/relationships/image" Target="../media/image2.png"/><Relationship Id="rId2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42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37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32.xml"/><Relationship Id="rId19" Type="http://schemas.openxmlformats.org/officeDocument/2006/relationships/slideLayout" Target="../slideLayouts/slideLayout41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6.xml"/><Relationship Id="rId22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ittel 1"/>
          <p:cNvSpPr>
            <a:spLocks noGrp="1"/>
          </p:cNvSpPr>
          <p:nvPr>
            <p:ph type="title"/>
          </p:nvPr>
        </p:nvSpPr>
        <p:spPr>
          <a:xfrm>
            <a:off x="972122" y="2374096"/>
            <a:ext cx="15373922" cy="664797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/>
          <p:cNvSpPr>
            <a:spLocks noGrp="1"/>
          </p:cNvSpPr>
          <p:nvPr>
            <p:ph type="body" idx="1"/>
          </p:nvPr>
        </p:nvSpPr>
        <p:spPr>
          <a:xfrm>
            <a:off x="972122" y="3492436"/>
            <a:ext cx="15373922" cy="468058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2"/>
          </p:nvPr>
        </p:nvSpPr>
        <p:spPr>
          <a:xfrm>
            <a:off x="4865312" y="8705717"/>
            <a:ext cx="1080135" cy="26259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>
              <a:defRPr sz="1100">
                <a:solidFill>
                  <a:schemeClr val="dk1"/>
                </a:solidFill>
              </a:defRPr>
            </a:lvl1pPr>
          </a:lstStyle>
          <a:p>
            <a:fld id="{710EC14C-1BC8-D644-8538-4CFD4F329370}" type="datetime1">
              <a:rPr lang="nb-NO" smtClean="0"/>
              <a:t>18.08.2026</a:t>
            </a:fld>
            <a:endParaRPr lang="nb-NO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3"/>
          </p:nvPr>
        </p:nvSpPr>
        <p:spPr>
          <a:xfrm>
            <a:off x="6210772" y="8705717"/>
            <a:ext cx="9001125" cy="26259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>
              <a:defRPr sz="1100" cap="all" baseline="0">
                <a:solidFill>
                  <a:schemeClr val="dk1"/>
                </a:solidFill>
              </a:defRPr>
            </a:lvl1pPr>
          </a:lstStyle>
          <a:p>
            <a:r>
              <a:rPr lang="nb-NO"/>
              <a:t>Introduction to A.I - Umair M.I</a:t>
            </a:r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4"/>
          </p:nvPr>
        </p:nvSpPr>
        <p:spPr>
          <a:xfrm>
            <a:off x="15906712" y="8705717"/>
            <a:ext cx="439332" cy="26259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r">
              <a:defRPr sz="1100">
                <a:solidFill>
                  <a:schemeClr val="dk1"/>
                </a:solidFill>
              </a:defRPr>
            </a:lvl1pPr>
          </a:lstStyle>
          <a:p>
            <a:fld id="{5751DFAA-887F-4071-8EAD-E8CA316FCF06}" type="slidenum">
              <a:rPr lang="nb-NO" smtClean="0"/>
              <a:pPr/>
              <a:t>‹#›</a:t>
            </a:fld>
            <a:endParaRPr lang="nb-NO"/>
          </a:p>
        </p:txBody>
      </p:sp>
      <p:pic>
        <p:nvPicPr>
          <p:cNvPr id="8" name="Bilde 7">
            <a:extLst>
              <a:ext uri="{FF2B5EF4-FFF2-40B4-BE49-F238E27FC236}">
                <a16:creationId xmlns:a16="http://schemas.microsoft.com/office/drawing/2014/main" id="{6D4766B5-60EE-4C05-9784-0F52E6D4C5F8}"/>
              </a:ext>
            </a:extLst>
          </p:cNvPr>
          <p:cNvPicPr>
            <a:picLocks noChangeAspect="1"/>
          </p:cNvPicPr>
          <p:nvPr userDrawn="1"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122" y="972122"/>
            <a:ext cx="1002794" cy="592837"/>
          </a:xfrm>
          <a:prstGeom prst="rect">
            <a:avLst/>
          </a:prstGeom>
        </p:spPr>
      </p:pic>
      <p:pic>
        <p:nvPicPr>
          <p:cNvPr id="14" name="Bilde 13">
            <a:extLst>
              <a:ext uri="{FF2B5EF4-FFF2-40B4-BE49-F238E27FC236}">
                <a16:creationId xmlns:a16="http://schemas.microsoft.com/office/drawing/2014/main" id="{6A4233ED-D1B9-4B94-9BBA-8344A1EE6A06}"/>
              </a:ext>
            </a:extLst>
          </p:cNvPr>
          <p:cNvPicPr>
            <a:picLocks noChangeAspect="1"/>
          </p:cNvPicPr>
          <p:nvPr userDrawn="1"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122" y="8774297"/>
            <a:ext cx="2313437" cy="272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857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63" r:id="rId3"/>
    <p:sldLayoutId id="2147483664" r:id="rId4"/>
    <p:sldLayoutId id="2147483662" r:id="rId5"/>
    <p:sldLayoutId id="2147483666" r:id="rId6"/>
    <p:sldLayoutId id="2147483667" r:id="rId7"/>
    <p:sldLayoutId id="2147483668" r:id="rId8"/>
    <p:sldLayoutId id="2147483650" r:id="rId9"/>
    <p:sldLayoutId id="2147483651" r:id="rId10"/>
    <p:sldLayoutId id="2147483656" r:id="rId11"/>
    <p:sldLayoutId id="2147483658" r:id="rId12"/>
    <p:sldLayoutId id="2147483659" r:id="rId13"/>
    <p:sldLayoutId id="2147483660" r:id="rId14"/>
    <p:sldLayoutId id="2147483661" r:id="rId15"/>
    <p:sldLayoutId id="2147483657" r:id="rId16"/>
    <p:sldLayoutId id="2147483670" r:id="rId17"/>
    <p:sldLayoutId id="2147483671" r:id="rId18"/>
    <p:sldLayoutId id="2147483652" r:id="rId19"/>
    <p:sldLayoutId id="2147483653" r:id="rId20"/>
    <p:sldLayoutId id="2147483654" r:id="rId21"/>
    <p:sldLayoutId id="2147483655" r:id="rId22"/>
  </p:sldLayoutIdLst>
  <p:hf sldNum="0" hdr="0" dt="0"/>
  <p:txStyles>
    <p:titleStyle>
      <a:lvl1pPr algn="l" defTabSz="1300277" rtl="0" eaLnBrk="1" latinLnBrk="0" hangingPunct="1">
        <a:lnSpc>
          <a:spcPct val="90000"/>
        </a:lnSpc>
        <a:spcBef>
          <a:spcPct val="0"/>
        </a:spcBef>
        <a:buNone/>
        <a:defRPr sz="4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5069" indent="-325069" algn="l" defTabSz="1300277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ClrTx/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650138" indent="-325069" algn="l" defTabSz="1300277" rtl="0" eaLnBrk="1" latinLnBrk="0" hangingPunct="1">
        <a:lnSpc>
          <a:spcPct val="100000"/>
        </a:lnSpc>
        <a:spcBef>
          <a:spcPts val="500"/>
        </a:spcBef>
        <a:buClrTx/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975207" indent="-325069" algn="l" defTabSz="1300277" rtl="0" eaLnBrk="1" latinLnBrk="0" hangingPunct="1">
        <a:lnSpc>
          <a:spcPct val="100000"/>
        </a:lnSpc>
        <a:spcBef>
          <a:spcPts val="500"/>
        </a:spcBef>
        <a:buClrTx/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00276" indent="-325069" algn="l" defTabSz="1300277" rtl="0" eaLnBrk="1" latinLnBrk="0" hangingPunct="1">
        <a:lnSpc>
          <a:spcPct val="100000"/>
        </a:lnSpc>
        <a:spcBef>
          <a:spcPts val="500"/>
        </a:spcBef>
        <a:buClrTx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1625345" indent="-325069" algn="l" defTabSz="1300277" rtl="0" eaLnBrk="1" latinLnBrk="0" hangingPunct="1">
        <a:lnSpc>
          <a:spcPct val="100000"/>
        </a:lnSpc>
        <a:spcBef>
          <a:spcPts val="500"/>
        </a:spcBef>
        <a:buClrTx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3575761" indent="-325069" algn="l" defTabSz="1300277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4225900" indent="-325069" algn="l" defTabSz="1300277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876038" indent="-325069" algn="l" defTabSz="1300277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526176" indent="-325069" algn="l" defTabSz="1300277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1300277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1pPr>
      <a:lvl2pPr marL="650138" algn="l" defTabSz="1300277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2pPr>
      <a:lvl3pPr marL="1300277" algn="l" defTabSz="1300277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3pPr>
      <a:lvl4pPr marL="1950415" algn="l" defTabSz="1300277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4pPr>
      <a:lvl5pPr marL="2600554" algn="l" defTabSz="1300277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5pPr>
      <a:lvl6pPr marL="3250692" algn="l" defTabSz="1300277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3900830" algn="l" defTabSz="1300277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550969" algn="l" defTabSz="1300277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201107" algn="l" defTabSz="1300277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ittel 1"/>
          <p:cNvSpPr>
            <a:spLocks noGrp="1"/>
          </p:cNvSpPr>
          <p:nvPr>
            <p:ph type="title"/>
          </p:nvPr>
        </p:nvSpPr>
        <p:spPr>
          <a:xfrm>
            <a:off x="972122" y="2374096"/>
            <a:ext cx="15373922" cy="664797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/>
          <p:cNvSpPr>
            <a:spLocks noGrp="1"/>
          </p:cNvSpPr>
          <p:nvPr>
            <p:ph type="body" idx="1"/>
          </p:nvPr>
        </p:nvSpPr>
        <p:spPr>
          <a:xfrm>
            <a:off x="972122" y="3492436"/>
            <a:ext cx="15373922" cy="468058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2"/>
          </p:nvPr>
        </p:nvSpPr>
        <p:spPr>
          <a:xfrm>
            <a:off x="4865312" y="8705717"/>
            <a:ext cx="1080135" cy="26259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>
              <a:defRPr sz="1100">
                <a:solidFill>
                  <a:schemeClr val="dk1"/>
                </a:solidFill>
              </a:defRPr>
            </a:lvl1pPr>
          </a:lstStyle>
          <a:p>
            <a:fld id="{3E27EE5C-360C-234C-895B-090AE76C967B}" type="datetime1">
              <a:rPr lang="nb-NO" smtClean="0"/>
              <a:t>18.08.2026</a:t>
            </a:fld>
            <a:endParaRPr lang="nb-NO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3"/>
          </p:nvPr>
        </p:nvSpPr>
        <p:spPr>
          <a:xfrm>
            <a:off x="6210772" y="8705717"/>
            <a:ext cx="9001125" cy="26259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>
              <a:defRPr sz="1100" cap="all" baseline="0">
                <a:solidFill>
                  <a:schemeClr val="dk1"/>
                </a:solidFill>
              </a:defRPr>
            </a:lvl1pPr>
          </a:lstStyle>
          <a:p>
            <a:r>
              <a:rPr lang="nb-NO"/>
              <a:t>Introduction to A.I - Umair M.I</a:t>
            </a:r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4"/>
          </p:nvPr>
        </p:nvSpPr>
        <p:spPr>
          <a:xfrm>
            <a:off x="15906712" y="8705717"/>
            <a:ext cx="439332" cy="26259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r">
              <a:defRPr sz="1100">
                <a:solidFill>
                  <a:schemeClr val="dk1"/>
                </a:solidFill>
              </a:defRPr>
            </a:lvl1pPr>
          </a:lstStyle>
          <a:p>
            <a:fld id="{5751DFAA-887F-4071-8EAD-E8CA316FCF06}" type="slidenum">
              <a:rPr lang="nb-NO" smtClean="0"/>
              <a:pPr/>
              <a:t>‹#›</a:t>
            </a:fld>
            <a:endParaRPr lang="nb-NO"/>
          </a:p>
        </p:txBody>
      </p:sp>
      <p:pic>
        <p:nvPicPr>
          <p:cNvPr id="8" name="Bilde 7">
            <a:extLst>
              <a:ext uri="{FF2B5EF4-FFF2-40B4-BE49-F238E27FC236}">
                <a16:creationId xmlns:a16="http://schemas.microsoft.com/office/drawing/2014/main" id="{6D4766B5-60EE-4C05-9784-0F52E6D4C5F8}"/>
              </a:ext>
            </a:extLst>
          </p:cNvPr>
          <p:cNvPicPr>
            <a:picLocks noChangeAspect="1"/>
          </p:cNvPicPr>
          <p:nvPr userDrawn="1"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122" y="972122"/>
            <a:ext cx="1002794" cy="592837"/>
          </a:xfrm>
          <a:prstGeom prst="rect">
            <a:avLst/>
          </a:prstGeom>
        </p:spPr>
      </p:pic>
      <p:pic>
        <p:nvPicPr>
          <p:cNvPr id="14" name="Bilde 13">
            <a:extLst>
              <a:ext uri="{FF2B5EF4-FFF2-40B4-BE49-F238E27FC236}">
                <a16:creationId xmlns:a16="http://schemas.microsoft.com/office/drawing/2014/main" id="{6A4233ED-D1B9-4B94-9BBA-8344A1EE6A06}"/>
              </a:ext>
            </a:extLst>
          </p:cNvPr>
          <p:cNvPicPr>
            <a:picLocks noChangeAspect="1"/>
          </p:cNvPicPr>
          <p:nvPr userDrawn="1"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122" y="8774297"/>
            <a:ext cx="2313437" cy="272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868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  <p:sldLayoutId id="2147483691" r:id="rId19"/>
    <p:sldLayoutId id="2147483692" r:id="rId20"/>
    <p:sldLayoutId id="2147483693" r:id="rId21"/>
    <p:sldLayoutId id="2147483694" r:id="rId22"/>
  </p:sldLayoutIdLst>
  <p:hf sldNum="0" hdr="0" dt="0"/>
  <p:txStyles>
    <p:titleStyle>
      <a:lvl1pPr algn="l" defTabSz="1300277" rtl="0" eaLnBrk="1" latinLnBrk="0" hangingPunct="1">
        <a:lnSpc>
          <a:spcPct val="90000"/>
        </a:lnSpc>
        <a:spcBef>
          <a:spcPct val="0"/>
        </a:spcBef>
        <a:buNone/>
        <a:defRPr sz="4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5069" indent="-325069" algn="l" defTabSz="1300277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650138" indent="-325069" algn="l" defTabSz="1300277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975207" indent="-325069" algn="l" defTabSz="1300277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00276" indent="-325069" algn="l" defTabSz="1300277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1625345" indent="-325069" algn="l" defTabSz="1300277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3575761" indent="-325069" algn="l" defTabSz="1300277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4225900" indent="-325069" algn="l" defTabSz="1300277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876038" indent="-325069" algn="l" defTabSz="1300277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526176" indent="-325069" algn="l" defTabSz="1300277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1300277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1pPr>
      <a:lvl2pPr marL="650138" algn="l" defTabSz="1300277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2pPr>
      <a:lvl3pPr marL="1300277" algn="l" defTabSz="1300277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3pPr>
      <a:lvl4pPr marL="1950415" algn="l" defTabSz="1300277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4pPr>
      <a:lvl5pPr marL="2600554" algn="l" defTabSz="1300277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5pPr>
      <a:lvl6pPr marL="3250692" algn="l" defTabSz="1300277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3900830" algn="l" defTabSz="1300277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550969" algn="l" defTabSz="1300277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201107" algn="l" defTabSz="1300277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399A13B8-1B5C-4DBD-AB3C-0BF51F898B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nb-NO" dirty="0"/>
              <a:t>Umair </a:t>
            </a:r>
            <a:r>
              <a:rPr lang="nb-NO" dirty="0" err="1"/>
              <a:t>Mehmood</a:t>
            </a:r>
            <a:r>
              <a:rPr lang="nb-NO" dirty="0"/>
              <a:t> Imam</a:t>
            </a:r>
          </a:p>
        </p:txBody>
      </p:sp>
      <p:sp>
        <p:nvSpPr>
          <p:cNvPr id="5" name="Plassholder for tekst 4">
            <a:extLst>
              <a:ext uri="{FF2B5EF4-FFF2-40B4-BE49-F238E27FC236}">
                <a16:creationId xmlns:a16="http://schemas.microsoft.com/office/drawing/2014/main" id="{4DB632CC-AA88-49B5-94A8-A9AB855A8ED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bunntekst 6">
            <a:extLst>
              <a:ext uri="{FF2B5EF4-FFF2-40B4-BE49-F238E27FC236}">
                <a16:creationId xmlns:a16="http://schemas.microsoft.com/office/drawing/2014/main" id="{7036724C-FF80-4743-B52C-D9C23B49A94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nb-NO" dirty="0" err="1"/>
              <a:t>Introduction</a:t>
            </a:r>
            <a:r>
              <a:rPr lang="nb-NO" dirty="0"/>
              <a:t> to A.I by Umair M.I</a:t>
            </a:r>
          </a:p>
        </p:txBody>
      </p:sp>
      <p:pic>
        <p:nvPicPr>
          <p:cNvPr id="12" name="Bilde 12" descr="Et bilde som inneholder bygning, utendørs, klokke&#10;&#10;Beskrivelse som er generert med høy visshet">
            <a:extLst>
              <a:ext uri="{FF2B5EF4-FFF2-40B4-BE49-F238E27FC236}">
                <a16:creationId xmlns:a16="http://schemas.microsoft.com/office/drawing/2014/main" id="{1142DCAA-C025-4317-BD68-C492DF7AFB7B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2"/>
          <a:srcRect l="12794" r="12794"/>
          <a:stretch/>
        </p:blipFill>
        <p:spPr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F4B57672-B3B8-5244-B126-DD1EFB594E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NO" dirty="0"/>
              <a:t>Introduction to AI</a:t>
            </a:r>
          </a:p>
        </p:txBody>
      </p:sp>
    </p:spTree>
    <p:extLst>
      <p:ext uri="{BB962C8B-B14F-4D97-AF65-F5344CB8AC3E}">
        <p14:creationId xmlns:p14="http://schemas.microsoft.com/office/powerpoint/2010/main" val="27982649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16FC5-1943-1E44-8A35-3BEC9D9614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68465" y="2432957"/>
            <a:ext cx="8073907" cy="5380835"/>
          </a:xfrm>
        </p:spPr>
        <p:txBody>
          <a:bodyPr/>
          <a:lstStyle/>
          <a:p>
            <a:endParaRPr lang="en-GB" dirty="0"/>
          </a:p>
          <a:p>
            <a:r>
              <a:rPr lang="en-GB" dirty="0"/>
              <a:t>Lectures</a:t>
            </a:r>
          </a:p>
          <a:p>
            <a:pPr lvl="1"/>
            <a:r>
              <a:rPr lang="en-GB" dirty="0"/>
              <a:t>Tuesday : 14:30 – 16:15 </a:t>
            </a:r>
          </a:p>
          <a:p>
            <a:pPr marL="325069" lvl="1" indent="0">
              <a:buNone/>
            </a:pPr>
            <a:endParaRPr lang="en-GB" dirty="0"/>
          </a:p>
          <a:p>
            <a:r>
              <a:rPr lang="en-GB" dirty="0"/>
              <a:t>Lab</a:t>
            </a:r>
          </a:p>
          <a:p>
            <a:pPr lvl="1"/>
            <a:r>
              <a:rPr lang="en-GB" dirty="0"/>
              <a:t>Wednesday: 14:30 – 16:15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A9AF7-099D-E14E-9E7E-C4AC057B3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Introduction to A.I - Umair M.I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CF8EC4-CDD8-454D-B402-C2C64EF5C48E}"/>
              </a:ext>
            </a:extLst>
          </p:cNvPr>
          <p:cNvSpPr/>
          <p:nvPr/>
        </p:nvSpPr>
        <p:spPr>
          <a:xfrm>
            <a:off x="4539481" y="1743851"/>
            <a:ext cx="412484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Class of 218 students</a:t>
            </a:r>
          </a:p>
        </p:txBody>
      </p:sp>
    </p:spTree>
    <p:extLst>
      <p:ext uri="{BB962C8B-B14F-4D97-AF65-F5344CB8AC3E}">
        <p14:creationId xmlns:p14="http://schemas.microsoft.com/office/powerpoint/2010/main" val="3764267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CF1C616-8394-804C-AE03-6F8B53201100}"/>
              </a:ext>
            </a:extLst>
          </p:cNvPr>
          <p:cNvSpPr/>
          <p:nvPr/>
        </p:nvSpPr>
        <p:spPr>
          <a:xfrm>
            <a:off x="233363" y="143365"/>
            <a:ext cx="13787437" cy="14111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5FBC5C-2EE6-004C-94FF-BF3EFFDD5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522" y="616894"/>
            <a:ext cx="15373922" cy="664797"/>
          </a:xfrm>
        </p:spPr>
        <p:txBody>
          <a:bodyPr/>
          <a:lstStyle/>
          <a:p>
            <a:r>
              <a:rPr lang="en-GB" dirty="0"/>
              <a:t>U</a:t>
            </a:r>
            <a:r>
              <a:rPr lang="en-NO" dirty="0"/>
              <a:t>mair Mehmood Imam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D6D072-68C6-3947-A505-1573EC8DA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Introduction to A.I - Umair M.I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33B2CE0-F5EB-034B-8EB5-672CDFBF25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63662" y="141224"/>
            <a:ext cx="3048000" cy="3365500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F48D5C3-E2E5-BB43-A1ED-4ED43B4C01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2122" y="1971675"/>
            <a:ext cx="11694011" cy="6734041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NO" dirty="0"/>
              <a:t>Assistant Professor @ OsloMet</a:t>
            </a:r>
          </a:p>
          <a:p>
            <a:pPr lvl="2"/>
            <a:r>
              <a:rPr lang="en-NO" dirty="0"/>
              <a:t>Course: Intro to A.I</a:t>
            </a:r>
          </a:p>
          <a:p>
            <a:pPr lvl="2"/>
            <a:r>
              <a:rPr lang="en-GB" dirty="0"/>
              <a:t>Mem</a:t>
            </a:r>
            <a:r>
              <a:rPr lang="en-NO" dirty="0"/>
              <a:t>ber of the A.I lab</a:t>
            </a:r>
          </a:p>
          <a:p>
            <a:pPr lvl="1"/>
            <a:endParaRPr lang="nb-NO" dirty="0"/>
          </a:p>
          <a:p>
            <a:pPr marL="0" indent="0">
              <a:buNone/>
            </a:pPr>
            <a:endParaRPr lang="nb-NO" dirty="0">
              <a:sym typeface="Wingdings" pitchFamily="2" charset="2"/>
            </a:endParaRPr>
          </a:p>
          <a:p>
            <a:pPr marL="0" indent="0">
              <a:buNone/>
            </a:pPr>
            <a:r>
              <a:rPr lang="en-NO">
                <a:sym typeface="Wingdings" pitchFamily="2" charset="2"/>
              </a:rPr>
              <a:t>Founder of Bineric AI</a:t>
            </a:r>
          </a:p>
          <a:p>
            <a:pPr lvl="1"/>
            <a:r>
              <a:rPr lang="en-NO">
                <a:sym typeface="Wingdings" pitchFamily="2" charset="2"/>
              </a:rPr>
              <a:t>Norwegian</a:t>
            </a:r>
            <a:r>
              <a:rPr lang="nb-NO" dirty="0">
                <a:sym typeface="Wingdings" pitchFamily="2" charset="2"/>
              </a:rPr>
              <a:t> / European</a:t>
            </a:r>
            <a:r>
              <a:rPr lang="en-NO">
                <a:sym typeface="Wingdings" pitchFamily="2" charset="2"/>
              </a:rPr>
              <a:t> llms (NorskGPT) , Bineric Ai Assistant, Inference platform</a:t>
            </a:r>
          </a:p>
          <a:p>
            <a:pPr marL="325069" lvl="1" indent="0">
              <a:buNone/>
            </a:pPr>
            <a:endParaRPr lang="en-NO" dirty="0"/>
          </a:p>
          <a:p>
            <a:pPr marL="0" indent="0">
              <a:buNone/>
            </a:pPr>
            <a:endParaRPr lang="nb-NO" dirty="0"/>
          </a:p>
          <a:p>
            <a:pPr marL="0" indent="0">
              <a:buNone/>
            </a:pPr>
            <a:r>
              <a:rPr lang="en-NO"/>
              <a:t>Director </a:t>
            </a:r>
            <a:r>
              <a:rPr lang="en-NO" dirty="0"/>
              <a:t>for AI and Quantum @ TET Digitial (part of Ruter)</a:t>
            </a:r>
          </a:p>
          <a:p>
            <a:pPr lvl="1"/>
            <a:r>
              <a:rPr lang="en-NO" dirty="0"/>
              <a:t>Laucnhed RuterGPT, TeTGPT, Tet Whisper and </a:t>
            </a:r>
            <a:r>
              <a:rPr lang="en-NO"/>
              <a:t>around </a:t>
            </a:r>
            <a:r>
              <a:rPr lang="nb-NO" dirty="0"/>
              <a:t>50</a:t>
            </a:r>
            <a:r>
              <a:rPr lang="en-NO"/>
              <a:t> </a:t>
            </a:r>
            <a:r>
              <a:rPr lang="en-NO" dirty="0"/>
              <a:t>different AI projects</a:t>
            </a:r>
          </a:p>
          <a:p>
            <a:endParaRPr lang="en-NO" dirty="0"/>
          </a:p>
          <a:p>
            <a:pPr marL="0" indent="0">
              <a:buNone/>
            </a:pPr>
            <a:endParaRPr lang="en-NO" dirty="0"/>
          </a:p>
          <a:p>
            <a:pPr marL="0" indent="0">
              <a:buNone/>
            </a:pPr>
            <a:r>
              <a:rPr lang="en-NO" dirty="0"/>
              <a:t>Founder of Offentlig AI</a:t>
            </a:r>
          </a:p>
          <a:p>
            <a:pPr lvl="1"/>
            <a:r>
              <a:rPr lang="en-GB" dirty="0"/>
              <a:t>Community of all state (</a:t>
            </a:r>
            <a:r>
              <a:rPr lang="en-GB" dirty="0" err="1"/>
              <a:t>offentlig</a:t>
            </a:r>
            <a:r>
              <a:rPr lang="en-GB" dirty="0"/>
              <a:t>) employees working with A.I</a:t>
            </a:r>
          </a:p>
          <a:p>
            <a:pPr lvl="1"/>
            <a:r>
              <a:rPr lang="en-GB" dirty="0"/>
              <a:t>150+ members and 25+ state companies</a:t>
            </a:r>
          </a:p>
          <a:p>
            <a:pPr marL="325069" lvl="1" indent="0">
              <a:buNone/>
            </a:pPr>
            <a:endParaRPr lang="en-NO" dirty="0">
              <a:sym typeface="Wingdings" pitchFamily="2" charset="2"/>
            </a:endParaRPr>
          </a:p>
          <a:p>
            <a:pPr marL="325069" lvl="1" indent="0">
              <a:buNone/>
            </a:pPr>
            <a:endParaRPr lang="en-NO" dirty="0">
              <a:sym typeface="Wingdings" pitchFamily="2" charset="2"/>
            </a:endParaRPr>
          </a:p>
          <a:p>
            <a:pPr marL="325069" lvl="1" indent="0">
              <a:buNone/>
            </a:pPr>
            <a:endParaRPr lang="en-NO" dirty="0">
              <a:sym typeface="Wingdings" pitchFamily="2" charset="2"/>
            </a:endParaRPr>
          </a:p>
          <a:p>
            <a:endParaRPr lang="en-NO" dirty="0">
              <a:sym typeface="Wingdings" pitchFamily="2" charset="2"/>
            </a:endParaRPr>
          </a:p>
          <a:p>
            <a:endParaRPr lang="en-NO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C0186FA-2063-9C40-B6D7-FD60F8058195}"/>
              </a:ext>
            </a:extLst>
          </p:cNvPr>
          <p:cNvSpPr/>
          <p:nvPr/>
        </p:nvSpPr>
        <p:spPr>
          <a:xfrm>
            <a:off x="15323634" y="6554992"/>
            <a:ext cx="1244251" cy="4862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NO" dirty="0"/>
              <a:t>Umair_</a:t>
            </a:r>
          </a:p>
        </p:txBody>
      </p:sp>
      <p:pic>
        <p:nvPicPr>
          <p:cNvPr id="1026" name="Picture 2" descr="Twitter Logo | The most famous brands and company logos in the world">
            <a:extLst>
              <a:ext uri="{FF2B5EF4-FFF2-40B4-BE49-F238E27FC236}">
                <a16:creationId xmlns:a16="http://schemas.microsoft.com/office/drawing/2014/main" id="{C2A53235-40DB-BC4B-BF71-748DAAF37F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55968" y="6616769"/>
            <a:ext cx="948062" cy="534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LinkedIn logo and symbol, meaning, history, PNG">
            <a:extLst>
              <a:ext uri="{FF2B5EF4-FFF2-40B4-BE49-F238E27FC236}">
                <a16:creationId xmlns:a16="http://schemas.microsoft.com/office/drawing/2014/main" id="{388FBB89-1F80-234F-935E-3A4A6D39D5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08062" y="7452227"/>
            <a:ext cx="684321" cy="684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E25742A-783F-2744-A3AC-C3CB6D05114C}"/>
              </a:ext>
            </a:extLst>
          </p:cNvPr>
          <p:cNvSpPr/>
          <p:nvPr/>
        </p:nvSpPr>
        <p:spPr>
          <a:xfrm>
            <a:off x="15323634" y="7435903"/>
            <a:ext cx="1354858" cy="4862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NO" dirty="0"/>
              <a:t>umairmi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1C0279-8AF1-6E42-B0D0-F20C5CF3EC38}"/>
              </a:ext>
            </a:extLst>
          </p:cNvPr>
          <p:cNvSpPr txBox="1"/>
          <p:nvPr/>
        </p:nvSpPr>
        <p:spPr>
          <a:xfrm>
            <a:off x="13184591" y="3808107"/>
            <a:ext cx="42780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Masters in Distributed computing from KTH, Stockholm, Sweden</a:t>
            </a:r>
          </a:p>
        </p:txBody>
      </p:sp>
    </p:spTree>
    <p:extLst>
      <p:ext uri="{BB962C8B-B14F-4D97-AF65-F5344CB8AC3E}">
        <p14:creationId xmlns:p14="http://schemas.microsoft.com/office/powerpoint/2010/main" val="2393719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3E68715-24F0-EF4E-B1B9-FF056B261D29}"/>
              </a:ext>
            </a:extLst>
          </p:cNvPr>
          <p:cNvSpPr/>
          <p:nvPr/>
        </p:nvSpPr>
        <p:spPr>
          <a:xfrm>
            <a:off x="42862" y="194190"/>
            <a:ext cx="16303182" cy="145205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9D56AE-182C-F344-A1CC-EEA63DBE2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122" y="587818"/>
            <a:ext cx="15373922" cy="664797"/>
          </a:xfrm>
        </p:spPr>
        <p:txBody>
          <a:bodyPr/>
          <a:lstStyle/>
          <a:p>
            <a:r>
              <a:rPr lang="en-NO" dirty="0"/>
              <a:t>Teacher assistants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BAC923-030A-F346-8E52-C87A246D3E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2122" y="1985963"/>
            <a:ext cx="15373922" cy="6187058"/>
          </a:xfrm>
        </p:spPr>
        <p:txBody>
          <a:bodyPr/>
          <a:lstStyle/>
          <a:p>
            <a:r>
              <a:rPr lang="en-NO" dirty="0"/>
              <a:t>We </a:t>
            </a:r>
            <a:r>
              <a:rPr lang="en-NO"/>
              <a:t>have </a:t>
            </a:r>
            <a:r>
              <a:rPr lang="nb-NO" dirty="0"/>
              <a:t>4</a:t>
            </a:r>
            <a:r>
              <a:rPr lang="en-NO"/>
              <a:t> </a:t>
            </a:r>
            <a:r>
              <a:rPr lang="en-NO" dirty="0"/>
              <a:t>T</a:t>
            </a:r>
            <a:r>
              <a:rPr lang="en-GB" dirty="0"/>
              <a:t>A</a:t>
            </a:r>
            <a:r>
              <a:rPr lang="en-NO" dirty="0"/>
              <a:t>s for the course</a:t>
            </a:r>
          </a:p>
          <a:p>
            <a:r>
              <a:rPr lang="en-GB" dirty="0"/>
              <a:t>Please send emails to TAs first. </a:t>
            </a:r>
          </a:p>
          <a:p>
            <a:r>
              <a:rPr lang="en-GB" dirty="0"/>
              <a:t>Or ask questions on Canvas</a:t>
            </a:r>
          </a:p>
          <a:p>
            <a:pPr lvl="1"/>
            <a:endParaRPr lang="en-NO" dirty="0"/>
          </a:p>
          <a:p>
            <a:endParaRPr lang="en-NO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C30149-B514-9D44-9EF7-341A304CA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Introduction to A.I - Umair M.I</a:t>
            </a:r>
          </a:p>
        </p:txBody>
      </p:sp>
    </p:spTree>
    <p:extLst>
      <p:ext uri="{BB962C8B-B14F-4D97-AF65-F5344CB8AC3E}">
        <p14:creationId xmlns:p14="http://schemas.microsoft.com/office/powerpoint/2010/main" val="30726655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3E68715-24F0-EF4E-B1B9-FF056B261D29}"/>
              </a:ext>
            </a:extLst>
          </p:cNvPr>
          <p:cNvSpPr/>
          <p:nvPr/>
        </p:nvSpPr>
        <p:spPr>
          <a:xfrm>
            <a:off x="42862" y="194190"/>
            <a:ext cx="16303182" cy="145205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9D56AE-182C-F344-A1CC-EEA63DBE2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122" y="587818"/>
            <a:ext cx="15373922" cy="664797"/>
          </a:xfrm>
        </p:spPr>
        <p:txBody>
          <a:bodyPr/>
          <a:lstStyle/>
          <a:p>
            <a:r>
              <a:rPr lang="en-NO" dirty="0"/>
              <a:t>Class representative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BAC923-030A-F346-8E52-C87A246D3E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2122" y="1985963"/>
            <a:ext cx="15373922" cy="6187058"/>
          </a:xfrm>
        </p:spPr>
        <p:txBody>
          <a:bodyPr>
            <a:normAutofit lnSpcReduction="10000"/>
          </a:bodyPr>
          <a:lstStyle/>
          <a:p>
            <a:r>
              <a:rPr lang="en-GB" b="1" dirty="0"/>
              <a:t>The course evaluation cannot happen without a class representative</a:t>
            </a:r>
          </a:p>
          <a:p>
            <a:r>
              <a:rPr lang="en-GB" b="1" dirty="0"/>
              <a:t>You must choose a class representative </a:t>
            </a:r>
            <a:endParaRPr lang="en-GB" dirty="0"/>
          </a:p>
          <a:p>
            <a:r>
              <a:rPr lang="en-GB" dirty="0"/>
              <a:t> </a:t>
            </a:r>
            <a:r>
              <a:rPr lang="en-GB" b="1" dirty="0"/>
              <a:t>The class representative should: </a:t>
            </a:r>
            <a:endParaRPr lang="en-GB" dirty="0"/>
          </a:p>
          <a:p>
            <a:pPr lvl="1"/>
            <a:r>
              <a:rPr lang="en-GB" dirty="0"/>
              <a:t>Communicate with the students and learn their opinions, concerns and preferences regarding the course. </a:t>
            </a:r>
          </a:p>
          <a:p>
            <a:pPr lvl="1"/>
            <a:r>
              <a:rPr lang="en-GB" dirty="0"/>
              <a:t>Speak on behalf of the class to voice their concerns and opinions. </a:t>
            </a:r>
          </a:p>
          <a:p>
            <a:pPr lvl="1"/>
            <a:r>
              <a:rPr lang="en-GB" dirty="0"/>
              <a:t>Contribute to a good social and learning environment </a:t>
            </a:r>
          </a:p>
          <a:p>
            <a:pPr lvl="1"/>
            <a:r>
              <a:rPr lang="en-GB" dirty="0"/>
              <a:t>Collaborate with the teacher on conducting the course evaluation and preparing a summary of the results </a:t>
            </a:r>
          </a:p>
          <a:p>
            <a:pPr lvl="1"/>
            <a:r>
              <a:rPr lang="en-GB" dirty="0"/>
              <a:t>The class representative will sign the course evaluation before it is sent to the Head of Department </a:t>
            </a:r>
          </a:p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C30149-B514-9D44-9EF7-341A304CA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Introduction to A.I - Umair M.I</a:t>
            </a:r>
          </a:p>
        </p:txBody>
      </p:sp>
    </p:spTree>
    <p:extLst>
      <p:ext uri="{BB962C8B-B14F-4D97-AF65-F5344CB8AC3E}">
        <p14:creationId xmlns:p14="http://schemas.microsoft.com/office/powerpoint/2010/main" val="33328875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3E68715-24F0-EF4E-B1B9-FF056B261D29}"/>
              </a:ext>
            </a:extLst>
          </p:cNvPr>
          <p:cNvSpPr/>
          <p:nvPr/>
        </p:nvSpPr>
        <p:spPr>
          <a:xfrm>
            <a:off x="42862" y="194190"/>
            <a:ext cx="16303182" cy="145205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9D56AE-182C-F344-A1CC-EEA63DBE2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122" y="587818"/>
            <a:ext cx="15373922" cy="664797"/>
          </a:xfrm>
        </p:spPr>
        <p:txBody>
          <a:bodyPr/>
          <a:lstStyle/>
          <a:p>
            <a:r>
              <a:rPr lang="en-NO" dirty="0"/>
              <a:t>Grading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BAC923-030A-F346-8E52-C87A246D3E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2122" y="1985963"/>
            <a:ext cx="15373922" cy="61870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>
                <a:solidFill>
                  <a:schemeClr val="accent3"/>
                </a:solidFill>
              </a:rPr>
              <a:t>Assignments</a:t>
            </a:r>
            <a:endParaRPr lang="en-GB" b="1" dirty="0"/>
          </a:p>
          <a:p>
            <a:r>
              <a:rPr lang="en-GB" dirty="0"/>
              <a:t>3 compulsory assignments done in groups of 2-4 students must be approved in order to be admitted to the final exam. </a:t>
            </a:r>
          </a:p>
          <a:p>
            <a:pPr marL="0" indent="0">
              <a:buNone/>
            </a:pPr>
            <a:endParaRPr lang="en-GB" b="1" dirty="0">
              <a:solidFill>
                <a:schemeClr val="accent3"/>
              </a:solidFill>
            </a:endParaRPr>
          </a:p>
          <a:p>
            <a:r>
              <a:rPr lang="en-GB" b="1" dirty="0">
                <a:solidFill>
                  <a:schemeClr val="accent3"/>
                </a:solidFill>
              </a:rPr>
              <a:t>Assessment</a:t>
            </a:r>
          </a:p>
          <a:p>
            <a:r>
              <a:rPr lang="en-GB" dirty="0"/>
              <a:t>Grade based on individual written examination (4 hours).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C30149-B514-9D44-9EF7-341A304CA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Introduction to A.I - Umair M.I</a:t>
            </a:r>
          </a:p>
        </p:txBody>
      </p:sp>
    </p:spTree>
    <p:extLst>
      <p:ext uri="{BB962C8B-B14F-4D97-AF65-F5344CB8AC3E}">
        <p14:creationId xmlns:p14="http://schemas.microsoft.com/office/powerpoint/2010/main" val="42106362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442D3C-B767-A748-8FEC-B3287E89AE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2121" y="2144454"/>
            <a:ext cx="15797321" cy="6167634"/>
          </a:xfrm>
        </p:spPr>
        <p:txBody>
          <a:bodyPr>
            <a:normAutofit/>
          </a:bodyPr>
          <a:lstStyle/>
          <a:p>
            <a:r>
              <a:rPr lang="en-US" dirty="0"/>
              <a:t>The course is a mix of theory and practical work</a:t>
            </a:r>
          </a:p>
          <a:p>
            <a:r>
              <a:rPr lang="en-US" dirty="0"/>
              <a:t>We will do some programming</a:t>
            </a:r>
          </a:p>
          <a:p>
            <a:pPr lvl="1"/>
            <a:r>
              <a:rPr lang="en-US" dirty="0"/>
              <a:t>aim is to show you how different A.I algorithms work</a:t>
            </a:r>
          </a:p>
          <a:p>
            <a:pPr lvl="1"/>
            <a:endParaRPr lang="en-US" dirty="0"/>
          </a:p>
          <a:p>
            <a:r>
              <a:rPr lang="en-US" dirty="0"/>
              <a:t>We will work with data</a:t>
            </a:r>
          </a:p>
          <a:p>
            <a:pPr lvl="1"/>
            <a:r>
              <a:rPr lang="en-US" dirty="0"/>
              <a:t>Cleansing</a:t>
            </a:r>
          </a:p>
          <a:p>
            <a:pPr lvl="1"/>
            <a:r>
              <a:rPr lang="en-US" dirty="0"/>
              <a:t>Anonymization</a:t>
            </a:r>
          </a:p>
          <a:p>
            <a:pPr lvl="1"/>
            <a:r>
              <a:rPr lang="en-US" dirty="0"/>
              <a:t>Labeling etc..</a:t>
            </a:r>
          </a:p>
          <a:p>
            <a:pPr lvl="1"/>
            <a:endParaRPr lang="en-US" dirty="0"/>
          </a:p>
          <a:p>
            <a:r>
              <a:rPr lang="en-US" dirty="0"/>
              <a:t>We will investigate if A.I is the answer to everything or if A.I is really stupid 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6BAA35-467A-2445-9C57-0638823E6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Introduction to A.I - Umair M.I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B43C62-2F21-E244-AB48-BF3589131707}"/>
              </a:ext>
            </a:extLst>
          </p:cNvPr>
          <p:cNvSpPr/>
          <p:nvPr/>
        </p:nvSpPr>
        <p:spPr>
          <a:xfrm>
            <a:off x="538843" y="298770"/>
            <a:ext cx="15373922" cy="145205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759333-7C8C-D24A-9F13-BB6DEAA977EB}"/>
              </a:ext>
            </a:extLst>
          </p:cNvPr>
          <p:cNvSpPr txBox="1">
            <a:spLocks/>
          </p:cNvSpPr>
          <p:nvPr/>
        </p:nvSpPr>
        <p:spPr>
          <a:xfrm>
            <a:off x="1432260" y="692398"/>
            <a:ext cx="8479183" cy="664797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l" defTabSz="13002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Scope of Intro to AI course</a:t>
            </a:r>
          </a:p>
        </p:txBody>
      </p:sp>
    </p:spTree>
    <p:extLst>
      <p:ext uri="{BB962C8B-B14F-4D97-AF65-F5344CB8AC3E}">
        <p14:creationId xmlns:p14="http://schemas.microsoft.com/office/powerpoint/2010/main" val="10461249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3AADA-F4E3-C641-B222-21DC02ED9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O" dirty="0"/>
              <a:t>Course 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6394F-550F-3B4C-BA37-BB2EFA8439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b="1" dirty="0"/>
              <a:t>Basics of AI</a:t>
            </a:r>
            <a:r>
              <a:rPr lang="en-GB" dirty="0"/>
              <a:t> – history, definitions, and scope</a:t>
            </a:r>
          </a:p>
          <a:p>
            <a:r>
              <a:rPr lang="en-GB" b="1" dirty="0"/>
              <a:t>Data and Data Science</a:t>
            </a:r>
            <a:r>
              <a:rPr lang="en-GB" dirty="0"/>
              <a:t> – the fuel for AI systems</a:t>
            </a:r>
          </a:p>
          <a:p>
            <a:r>
              <a:rPr lang="en-GB" b="1" dirty="0"/>
              <a:t>Key AI Concepts</a:t>
            </a:r>
            <a:r>
              <a:rPr lang="en-GB" dirty="0"/>
              <a:t> – search, reasoning, and knowledge representation</a:t>
            </a:r>
          </a:p>
          <a:p>
            <a:r>
              <a:rPr lang="en-GB" b="1" dirty="0"/>
              <a:t>Machine Learning</a:t>
            </a:r>
            <a:r>
              <a:rPr lang="en-GB" dirty="0"/>
              <a:t> – supervised, unsupervised, and reinforcement learning</a:t>
            </a:r>
          </a:p>
          <a:p>
            <a:r>
              <a:rPr lang="en-GB" b="1" dirty="0"/>
              <a:t>Deep Learning</a:t>
            </a:r>
            <a:r>
              <a:rPr lang="en-GB" dirty="0"/>
              <a:t> – neural networks and backpropagation (if we get time)</a:t>
            </a:r>
          </a:p>
          <a:p>
            <a:r>
              <a:rPr lang="en-GB" b="1" dirty="0"/>
              <a:t>Gen AI</a:t>
            </a:r>
            <a:r>
              <a:rPr lang="en-GB" dirty="0"/>
              <a:t> – Introduction and explanation to Gen AI</a:t>
            </a:r>
          </a:p>
          <a:p>
            <a:r>
              <a:rPr lang="en-GB" b="1" dirty="0"/>
              <a:t>Responsible AI &amp; Ethics</a:t>
            </a:r>
            <a:r>
              <a:rPr lang="en-GB" dirty="0"/>
              <a:t> – fairness, accountability, and societal impact</a:t>
            </a:r>
          </a:p>
          <a:p>
            <a:endParaRPr lang="en-NO" dirty="0"/>
          </a:p>
          <a:p>
            <a:endParaRPr lang="en-NO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8BE354-981F-A945-9ECB-463C632F3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Introduction to A.I - Umair M.I</a:t>
            </a:r>
          </a:p>
        </p:txBody>
      </p:sp>
    </p:spTree>
    <p:extLst>
      <p:ext uri="{BB962C8B-B14F-4D97-AF65-F5344CB8AC3E}">
        <p14:creationId xmlns:p14="http://schemas.microsoft.com/office/powerpoint/2010/main" val="9578567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3E68715-24F0-EF4E-B1B9-FF056B261D29}"/>
              </a:ext>
            </a:extLst>
          </p:cNvPr>
          <p:cNvSpPr/>
          <p:nvPr/>
        </p:nvSpPr>
        <p:spPr>
          <a:xfrm>
            <a:off x="42862" y="194190"/>
            <a:ext cx="16303182" cy="145205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9D56AE-182C-F344-A1CC-EEA63DBE2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122" y="587818"/>
            <a:ext cx="15373922" cy="664797"/>
          </a:xfrm>
        </p:spPr>
        <p:txBody>
          <a:bodyPr/>
          <a:lstStyle/>
          <a:p>
            <a:r>
              <a:rPr lang="en-NO" dirty="0"/>
              <a:t>Reading material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C30149-B514-9D44-9EF7-341A304CA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Introduction to A.I - Umair M.I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10F73E6-D449-AEB0-8B53-084A65FA9E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5901" y="2437606"/>
            <a:ext cx="13445996" cy="5328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1996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sloMet">
      <a:dk1>
        <a:sysClr val="windowText" lastClr="000000"/>
      </a:dk1>
      <a:lt1>
        <a:sysClr val="window" lastClr="FFFFFF"/>
      </a:lt1>
      <a:dk2>
        <a:srgbClr val="000000"/>
      </a:dk2>
      <a:lt2>
        <a:srgbClr val="D7D7D7"/>
      </a:lt2>
      <a:accent1>
        <a:srgbClr val="FFDC00"/>
      </a:accent1>
      <a:accent2>
        <a:srgbClr val="E02D00"/>
      </a:accent2>
      <a:accent3>
        <a:srgbClr val="007ACC"/>
      </a:accent3>
      <a:accent4>
        <a:srgbClr val="99002B"/>
      </a:accent4>
      <a:accent5>
        <a:srgbClr val="000064"/>
      </a:accent5>
      <a:accent6>
        <a:srgbClr val="FF8100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 OsloMet_english.pptx" id="{C20C4326-27AB-419E-A60B-DC7B0629D82C}" vid="{20D9E6D3-32F2-4C7A-B997-1D5DBD08A3A1}"/>
    </a:ext>
  </a:extLst>
</a:theme>
</file>

<file path=ppt/theme/theme2.xml><?xml version="1.0" encoding="utf-8"?>
<a:theme xmlns:a="http://schemas.openxmlformats.org/drawingml/2006/main" name="1_Office-tema">
  <a:themeElements>
    <a:clrScheme name="OsloMet">
      <a:dk1>
        <a:sysClr val="windowText" lastClr="000000"/>
      </a:dk1>
      <a:lt1>
        <a:sysClr val="window" lastClr="FFFFFF"/>
      </a:lt1>
      <a:dk2>
        <a:srgbClr val="000000"/>
      </a:dk2>
      <a:lt2>
        <a:srgbClr val="D7D7D7"/>
      </a:lt2>
      <a:accent1>
        <a:srgbClr val="FFDC00"/>
      </a:accent1>
      <a:accent2>
        <a:srgbClr val="E02D00"/>
      </a:accent2>
      <a:accent3>
        <a:srgbClr val="007ACC"/>
      </a:accent3>
      <a:accent4>
        <a:srgbClr val="99002B"/>
      </a:accent4>
      <a:accent5>
        <a:srgbClr val="000064"/>
      </a:accent5>
      <a:accent6>
        <a:srgbClr val="FF8100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 OsloMet_english.pptx" id="{C20C4326-27AB-419E-A60B-DC7B0629D82C}" vid="{B571884E-641B-4B14-A4C2-E6C27909D956}"/>
    </a:ext>
  </a:extLst>
</a:theme>
</file>

<file path=ppt/theme/theme3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818A354CD664446AEC35BBAE2499562" ma:contentTypeVersion="13" ma:contentTypeDescription="Opprett et nytt dokument." ma:contentTypeScope="" ma:versionID="c05c63c057be531b98f917e986ab73c0">
  <xsd:schema xmlns:xsd="http://www.w3.org/2001/XMLSchema" xmlns:xs="http://www.w3.org/2001/XMLSchema" xmlns:p="http://schemas.microsoft.com/office/2006/metadata/properties" xmlns:ns3="38664639-412d-4c21-8e39-7e7d568987ec" xmlns:ns4="3aca559b-e256-4fa3-843e-2d1bb256df5f" targetNamespace="http://schemas.microsoft.com/office/2006/metadata/properties" ma:root="true" ma:fieldsID="d1ab16c94bf7e86b8919e30ac7bb9e89" ns3:_="" ns4:_="">
    <xsd:import namespace="38664639-412d-4c21-8e39-7e7d568987ec"/>
    <xsd:import namespace="3aca559b-e256-4fa3-843e-2d1bb256df5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Locatio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664639-412d-4c21-8e39-7e7d568987e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Location" ma:index="12" nillable="true" ma:displayName="Location" ma:internalName="MediaServiceLocation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aca559b-e256-4fa3-843e-2d1bb256df5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lingsdetaljer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Hash for deling av tips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holdstype"/>
        <xsd:element ref="dc:title" minOccurs="0" maxOccurs="1" ma:index="4" ma:displayName="Tit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8737683-68CB-4077-9859-434B8A1CE3E1}">
  <ds:schemaRefs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38664639-412d-4c21-8e39-7e7d568987ec"/>
    <ds:schemaRef ds:uri="3aca559b-e256-4fa3-843e-2d1bb256df5f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48E28474-1722-4CE4-848A-F0F44280BEB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BA0E907-83E9-4FEC-BCF8-F9D0EC14FFE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8664639-412d-4c21-8e39-7e7d568987ec"/>
    <ds:schemaRef ds:uri="3aca559b-e256-4fa3-843e-2d1bb256df5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presentation OsloMet_english</Template>
  <TotalTime>1611</TotalTime>
  <Words>511</Words>
  <Application>Microsoft Macintosh PowerPoint</Application>
  <PresentationFormat>Custom</PresentationFormat>
  <Paragraphs>80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Wingdings</vt:lpstr>
      <vt:lpstr>Office-tema</vt:lpstr>
      <vt:lpstr>1_Office-tema</vt:lpstr>
      <vt:lpstr>Introduction to AI</vt:lpstr>
      <vt:lpstr>PowerPoint Presentation</vt:lpstr>
      <vt:lpstr>Umair Mehmood Imam</vt:lpstr>
      <vt:lpstr>Teacher assistants</vt:lpstr>
      <vt:lpstr>Class representative</vt:lpstr>
      <vt:lpstr>Grading</vt:lpstr>
      <vt:lpstr>PowerPoint Presentation</vt:lpstr>
      <vt:lpstr>Course Outline</vt:lpstr>
      <vt:lpstr>Reading material</vt:lpstr>
    </vt:vector>
  </TitlesOfParts>
  <Company>Høgskolen i Oslo og Akershus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OsloMet –  Oslo Metropolitan University </dc:title>
  <dc:creator>Gustavo Mello</dc:creator>
  <dc:description>template by officeconsult.no</dc:description>
  <cp:lastModifiedBy>Umair M.Imam</cp:lastModifiedBy>
  <cp:revision>164</cp:revision>
  <dcterms:created xsi:type="dcterms:W3CDTF">2020-07-02T15:35:18Z</dcterms:created>
  <dcterms:modified xsi:type="dcterms:W3CDTF">2026-08-18T11:51:52Z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0x0101001818A354CD664446AEC35BBAE2499562</vt:lpwstr>
  </property>
</Properties>
</file>